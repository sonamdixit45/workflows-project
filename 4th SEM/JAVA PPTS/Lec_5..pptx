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86"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5" r:id="rId31"/>
    <p:sldId id="284" r:id="rId32"/>
    <p:sldId id="287" r:id="rId33"/>
    <p:sldId id="288" r:id="rId34"/>
    <p:sldId id="289" r:id="rId35"/>
    <p:sldId id="290" r:id="rId36"/>
    <p:sldId id="291" r:id="rId37"/>
    <p:sldId id="292" r:id="rId38"/>
    <p:sldId id="293"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534" autoAdjust="0"/>
  </p:normalViewPr>
  <p:slideViewPr>
    <p:cSldViewPr>
      <p:cViewPr varScale="1">
        <p:scale>
          <a:sx n="80" d="100"/>
          <a:sy n="80" d="100"/>
        </p:scale>
        <p:origin x="-1522"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0E4E72A-9EBA-4133-8DF4-90F60C429AA8}" type="datetimeFigureOut">
              <a:rPr lang="en-IN" smtClean="0"/>
              <a:t>08-12-2024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7F6CF57-6C90-49F7-B575-2B2E15553A2F}" type="slidenum">
              <a:rPr lang="en-IN" smtClean="0"/>
              <a:t>‹#›</a:t>
            </a:fld>
            <a:endParaRPr lang="en-IN"/>
          </a:p>
        </p:txBody>
      </p:sp>
    </p:spTree>
    <p:extLst>
      <p:ext uri="{BB962C8B-B14F-4D97-AF65-F5344CB8AC3E}">
        <p14:creationId xmlns:p14="http://schemas.microsoft.com/office/powerpoint/2010/main" val="2713995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Output- </a:t>
            </a:r>
            <a:r>
              <a:rPr lang="en-US" dirty="0" smtClean="0"/>
              <a:t>Number: 1</a:t>
            </a:r>
          </a:p>
          <a:p>
            <a:r>
              <a:rPr lang="en-US" dirty="0" smtClean="0"/>
              <a:t>Number: 2</a:t>
            </a:r>
          </a:p>
          <a:p>
            <a:r>
              <a:rPr lang="en-US" dirty="0" smtClean="0"/>
              <a:t>Number: 3</a:t>
            </a:r>
          </a:p>
          <a:p>
            <a:r>
              <a:rPr lang="en-US" dirty="0" smtClean="0"/>
              <a:t>Number: 4</a:t>
            </a:r>
          </a:p>
          <a:p>
            <a:endParaRPr lang="en-IN" dirty="0"/>
          </a:p>
        </p:txBody>
      </p:sp>
      <p:sp>
        <p:nvSpPr>
          <p:cNvPr id="4" name="Slide Number Placeholder 3"/>
          <p:cNvSpPr>
            <a:spLocks noGrp="1"/>
          </p:cNvSpPr>
          <p:nvPr>
            <p:ph type="sldNum" sz="quarter" idx="10"/>
          </p:nvPr>
        </p:nvSpPr>
        <p:spPr/>
        <p:txBody>
          <a:bodyPr/>
          <a:lstStyle/>
          <a:p>
            <a:fld id="{F7F6CF57-6C90-49F7-B575-2B2E15553A2F}" type="slidenum">
              <a:rPr lang="en-IN" smtClean="0"/>
              <a:t>17</a:t>
            </a:fld>
            <a:endParaRPr lang="en-IN"/>
          </a:p>
        </p:txBody>
      </p:sp>
    </p:spTree>
    <p:extLst>
      <p:ext uri="{BB962C8B-B14F-4D97-AF65-F5344CB8AC3E}">
        <p14:creationId xmlns:p14="http://schemas.microsoft.com/office/powerpoint/2010/main" val="512479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Output- </a:t>
            </a:r>
            <a:r>
              <a:rPr lang="en-US" dirty="0" smtClean="0"/>
              <a:t>Number: 1</a:t>
            </a:r>
          </a:p>
          <a:p>
            <a:r>
              <a:rPr lang="en-US" dirty="0" smtClean="0"/>
              <a:t>Number: 2</a:t>
            </a:r>
          </a:p>
          <a:p>
            <a:r>
              <a:rPr lang="en-US" dirty="0" smtClean="0"/>
              <a:t>Number: 4</a:t>
            </a:r>
          </a:p>
          <a:p>
            <a:r>
              <a:rPr lang="en-US" dirty="0" smtClean="0"/>
              <a:t>Number: 5</a:t>
            </a:r>
          </a:p>
          <a:p>
            <a:endParaRPr lang="en-IN" dirty="0"/>
          </a:p>
        </p:txBody>
      </p:sp>
      <p:sp>
        <p:nvSpPr>
          <p:cNvPr id="4" name="Slide Number Placeholder 3"/>
          <p:cNvSpPr>
            <a:spLocks noGrp="1"/>
          </p:cNvSpPr>
          <p:nvPr>
            <p:ph type="sldNum" sz="quarter" idx="10"/>
          </p:nvPr>
        </p:nvSpPr>
        <p:spPr/>
        <p:txBody>
          <a:bodyPr/>
          <a:lstStyle/>
          <a:p>
            <a:fld id="{F7F6CF57-6C90-49F7-B575-2B2E15553A2F}" type="slidenum">
              <a:rPr lang="en-IN" smtClean="0"/>
              <a:t>18</a:t>
            </a:fld>
            <a:endParaRPr lang="en-IN"/>
          </a:p>
        </p:txBody>
      </p:sp>
    </p:spTree>
    <p:extLst>
      <p:ext uri="{BB962C8B-B14F-4D97-AF65-F5344CB8AC3E}">
        <p14:creationId xmlns:p14="http://schemas.microsoft.com/office/powerpoint/2010/main" val="1312610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method </a:t>
            </a:r>
            <a:r>
              <a:rPr lang="en-US" dirty="0" err="1" smtClean="0"/>
              <a:t>Math.sqrt</a:t>
            </a:r>
            <a:r>
              <a:rPr lang="en-US" dirty="0" smtClean="0"/>
              <a:t>(</a:t>
            </a:r>
            <a:r>
              <a:rPr lang="en-US" dirty="0" err="1" smtClean="0"/>
              <a:t>num</a:t>
            </a:r>
            <a:r>
              <a:rPr lang="en-US" dirty="0" smtClean="0"/>
              <a:t>) is used in the prime number program to optimize the process of checking if a number is prime.</a:t>
            </a:r>
          </a:p>
          <a:p>
            <a:r>
              <a:rPr lang="en-US" dirty="0" smtClean="0"/>
              <a:t>Divisors always come in pairs, and </a:t>
            </a:r>
            <a:r>
              <a:rPr lang="en-US" b="1" dirty="0" smtClean="0"/>
              <a:t>at least one of the divisors in the pair is less than or equal to the square root of the </a:t>
            </a:r>
            <a:r>
              <a:rPr lang="en-US" b="1" dirty="0" err="1" smtClean="0"/>
              <a:t>number.</a:t>
            </a:r>
            <a:r>
              <a:rPr lang="en-US" dirty="0" err="1" smtClean="0"/>
              <a:t>This</a:t>
            </a:r>
            <a:r>
              <a:rPr lang="en-US" dirty="0" smtClean="0"/>
              <a:t> means </a:t>
            </a:r>
            <a:r>
              <a:rPr lang="en-US" b="1" dirty="0" smtClean="0"/>
              <a:t>we only need to check divisors up to </a:t>
            </a:r>
            <a:r>
              <a:rPr lang="en-US" b="1" dirty="0" err="1" smtClean="0"/>
              <a:t>sqrt</a:t>
            </a:r>
            <a:r>
              <a:rPr lang="en-US" b="1" dirty="0" smtClean="0"/>
              <a:t>(</a:t>
            </a:r>
            <a:r>
              <a:rPr lang="en-US" b="1" dirty="0" err="1" smtClean="0"/>
              <a:t>num</a:t>
            </a:r>
            <a:r>
              <a:rPr lang="en-US" b="1" dirty="0" smtClean="0"/>
              <a:t>)</a:t>
            </a:r>
            <a:r>
              <a:rPr lang="en-US" dirty="0" smtClean="0"/>
              <a:t> to determine if the number is prime.</a:t>
            </a:r>
          </a:p>
          <a:p>
            <a:r>
              <a:rPr lang="en-US" dirty="0" smtClean="0"/>
              <a:t>Without </a:t>
            </a:r>
            <a:r>
              <a:rPr lang="en-US" dirty="0" err="1" smtClean="0"/>
              <a:t>Math.sqrt</a:t>
            </a:r>
            <a:r>
              <a:rPr lang="en-US" dirty="0" smtClean="0"/>
              <a:t>(</a:t>
            </a:r>
            <a:r>
              <a:rPr lang="en-US" dirty="0" err="1" smtClean="0"/>
              <a:t>num</a:t>
            </a:r>
            <a:r>
              <a:rPr lang="en-US" dirty="0" smtClean="0"/>
              <a:t>), we would need to check divisors from 2 to num-1, which is inefficient for large </a:t>
            </a:r>
            <a:r>
              <a:rPr lang="en-US" dirty="0" err="1" smtClean="0"/>
              <a:t>numbers.By</a:t>
            </a:r>
            <a:r>
              <a:rPr lang="en-US" dirty="0" smtClean="0"/>
              <a:t> limiting the loop to i &lt;= </a:t>
            </a:r>
            <a:r>
              <a:rPr lang="en-US" dirty="0" err="1" smtClean="0"/>
              <a:t>Math.sqrt</a:t>
            </a:r>
            <a:r>
              <a:rPr lang="en-US" dirty="0" smtClean="0"/>
              <a:t>(</a:t>
            </a:r>
            <a:r>
              <a:rPr lang="en-US" dirty="0" err="1" smtClean="0"/>
              <a:t>num</a:t>
            </a:r>
            <a:r>
              <a:rPr lang="en-US" dirty="0" smtClean="0"/>
              <a:t>), we reduce the number of iterations drastically, making the program much faster.</a:t>
            </a:r>
            <a:endParaRPr lang="en-IN" dirty="0"/>
          </a:p>
        </p:txBody>
      </p:sp>
      <p:sp>
        <p:nvSpPr>
          <p:cNvPr id="4" name="Slide Number Placeholder 3"/>
          <p:cNvSpPr>
            <a:spLocks noGrp="1"/>
          </p:cNvSpPr>
          <p:nvPr>
            <p:ph type="sldNum" sz="quarter" idx="10"/>
          </p:nvPr>
        </p:nvSpPr>
        <p:spPr/>
        <p:txBody>
          <a:bodyPr/>
          <a:lstStyle/>
          <a:p>
            <a:fld id="{F7F6CF57-6C90-49F7-B575-2B2E15553A2F}" type="slidenum">
              <a:rPr lang="en-IN" smtClean="0"/>
              <a:t>26</a:t>
            </a:fld>
            <a:endParaRPr lang="en-IN"/>
          </a:p>
        </p:txBody>
      </p:sp>
    </p:spTree>
    <p:extLst>
      <p:ext uri="{BB962C8B-B14F-4D97-AF65-F5344CB8AC3E}">
        <p14:creationId xmlns:p14="http://schemas.microsoft.com/office/powerpoint/2010/main" val="2279421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Control Statements</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73514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statements</a:t>
            </a:r>
            <a:endParaRPr lang="en-IN" dirty="0"/>
          </a:p>
        </p:txBody>
      </p:sp>
      <p:sp>
        <p:nvSpPr>
          <p:cNvPr id="3" name="Content Placeholder 2"/>
          <p:cNvSpPr>
            <a:spLocks noGrp="1"/>
          </p:cNvSpPr>
          <p:nvPr>
            <p:ph idx="1"/>
          </p:nvPr>
        </p:nvSpPr>
        <p:spPr/>
        <p:txBody>
          <a:bodyPr>
            <a:normAutofit/>
          </a:bodyPr>
          <a:lstStyle/>
          <a:p>
            <a:r>
              <a:rPr lang="en-US" sz="2800" dirty="0"/>
              <a:t>Control statements in Java are used to control the flow of execution based on certain conditions. These statements can alter the execution sequence, make decisions, repeat blocks of code, or break out of loops. The main types of control statements in Java are</a:t>
            </a:r>
            <a:r>
              <a:rPr lang="en-US" sz="2800" dirty="0" smtClean="0"/>
              <a:t>:</a:t>
            </a:r>
          </a:p>
          <a:p>
            <a:r>
              <a:rPr lang="en-IN" sz="2800" dirty="0"/>
              <a:t>1. </a:t>
            </a:r>
            <a:r>
              <a:rPr lang="en-IN" sz="2800" b="1" dirty="0"/>
              <a:t>Decision-Making </a:t>
            </a:r>
            <a:r>
              <a:rPr lang="en-IN" sz="2800" b="1" dirty="0" smtClean="0"/>
              <a:t>Statements</a:t>
            </a:r>
          </a:p>
          <a:p>
            <a:r>
              <a:rPr lang="en-IN" sz="2800" dirty="0"/>
              <a:t>2. </a:t>
            </a:r>
            <a:r>
              <a:rPr lang="en-IN" sz="2800" b="1" dirty="0"/>
              <a:t>Looping Statements</a:t>
            </a:r>
            <a:endParaRPr lang="en-IN" sz="2800" dirty="0"/>
          </a:p>
        </p:txBody>
      </p:sp>
    </p:spTree>
    <p:extLst>
      <p:ext uri="{BB962C8B-B14F-4D97-AF65-F5344CB8AC3E}">
        <p14:creationId xmlns:p14="http://schemas.microsoft.com/office/powerpoint/2010/main" val="1872228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Decision-Making Statements</a:t>
            </a:r>
            <a:br>
              <a:rPr lang="en-IN" b="1" dirty="0"/>
            </a:br>
            <a:endParaRPr lang="en-IN" dirty="0"/>
          </a:p>
        </p:txBody>
      </p:sp>
      <p:sp>
        <p:nvSpPr>
          <p:cNvPr id="3" name="Content Placeholder 2"/>
          <p:cNvSpPr>
            <a:spLocks noGrp="1"/>
          </p:cNvSpPr>
          <p:nvPr>
            <p:ph idx="1"/>
          </p:nvPr>
        </p:nvSpPr>
        <p:spPr/>
        <p:txBody>
          <a:bodyPr>
            <a:normAutofit fontScale="85000" lnSpcReduction="20000"/>
          </a:bodyPr>
          <a:lstStyle/>
          <a:p>
            <a:r>
              <a:rPr lang="en-US" dirty="0"/>
              <a:t>Decision-making statements are used to execute certain parts of a program based on specific conditions. Java provides several types of decision-making statements</a:t>
            </a:r>
            <a:r>
              <a:rPr lang="en-US" dirty="0" smtClean="0"/>
              <a:t>:</a:t>
            </a:r>
          </a:p>
          <a:p>
            <a:r>
              <a:rPr lang="en-US" b="1" dirty="0"/>
              <a:t>1. if Statement</a:t>
            </a:r>
          </a:p>
          <a:p>
            <a:r>
              <a:rPr lang="en-US" dirty="0"/>
              <a:t>The if statement evaluates a condition and executes a block of code if the condition is true.</a:t>
            </a:r>
          </a:p>
          <a:p>
            <a:r>
              <a:rPr lang="en-IN" b="1" dirty="0" smtClean="0"/>
              <a:t>Syntax – </a:t>
            </a:r>
          </a:p>
          <a:p>
            <a:pPr marL="0" indent="0">
              <a:buNone/>
            </a:pPr>
            <a:r>
              <a:rPr lang="en-US" dirty="0"/>
              <a:t>if (condition) { </a:t>
            </a:r>
            <a:endParaRPr lang="en-US" dirty="0" smtClean="0"/>
          </a:p>
          <a:p>
            <a:pPr marL="0" indent="0">
              <a:buNone/>
            </a:pPr>
            <a:r>
              <a:rPr lang="en-US" dirty="0" smtClean="0"/>
              <a:t>// </a:t>
            </a:r>
            <a:r>
              <a:rPr lang="en-US" dirty="0"/>
              <a:t>code to be executed if the condition is true </a:t>
            </a:r>
            <a:endParaRPr lang="en-US" dirty="0" smtClean="0"/>
          </a:p>
          <a:p>
            <a:pPr marL="0" indent="0">
              <a:buNone/>
            </a:pPr>
            <a:r>
              <a:rPr lang="en-US" dirty="0" smtClean="0"/>
              <a:t>}</a:t>
            </a:r>
            <a:endParaRPr lang="en-IN" dirty="0"/>
          </a:p>
        </p:txBody>
      </p:sp>
    </p:spTree>
    <p:extLst>
      <p:ext uri="{BB962C8B-B14F-4D97-AF65-F5344CB8AC3E}">
        <p14:creationId xmlns:p14="http://schemas.microsoft.com/office/powerpoint/2010/main" val="3634007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lnSpcReduction="10000"/>
          </a:bodyPr>
          <a:lstStyle/>
          <a:p>
            <a:r>
              <a:rPr lang="en-US" dirty="0" smtClean="0"/>
              <a:t>Example – </a:t>
            </a:r>
          </a:p>
          <a:p>
            <a:pPr marL="0" indent="0">
              <a:buNone/>
            </a:pPr>
            <a:r>
              <a:rPr lang="en-US" dirty="0"/>
              <a:t>public class Main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int</a:t>
            </a:r>
            <a:r>
              <a:rPr lang="en-US" dirty="0"/>
              <a:t> number = 10;</a:t>
            </a:r>
          </a:p>
          <a:p>
            <a:pPr marL="0" indent="0">
              <a:buNone/>
            </a:pPr>
            <a:r>
              <a:rPr lang="en-US" dirty="0"/>
              <a:t>        if (number &gt; 5) {</a:t>
            </a:r>
          </a:p>
          <a:p>
            <a:pPr marL="0" indent="0">
              <a:buNone/>
            </a:pPr>
            <a:r>
              <a:rPr lang="en-US" dirty="0"/>
              <a:t>            </a:t>
            </a:r>
            <a:r>
              <a:rPr lang="en-US" dirty="0" err="1"/>
              <a:t>System.out.println</a:t>
            </a:r>
            <a:r>
              <a:rPr lang="en-US" dirty="0"/>
              <a:t>("Number is greater than 5");</a:t>
            </a:r>
          </a:p>
          <a:p>
            <a:pPr marL="0" indent="0">
              <a:buNone/>
            </a:pPr>
            <a:r>
              <a:rPr lang="en-US" dirty="0"/>
              <a:t>        }</a:t>
            </a:r>
          </a:p>
          <a:p>
            <a:pPr marL="0" indent="0">
              <a:buNone/>
            </a:pPr>
            <a:r>
              <a:rPr lang="en-US" dirty="0"/>
              <a:t>    }</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2379294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lnSpcReduction="10000"/>
          </a:bodyPr>
          <a:lstStyle/>
          <a:p>
            <a:r>
              <a:rPr lang="en-US" b="1" dirty="0"/>
              <a:t>2. if-else Statement</a:t>
            </a:r>
          </a:p>
          <a:p>
            <a:r>
              <a:rPr lang="en-US" dirty="0"/>
              <a:t>The if-else statement executes one block of code if the condition is true and another block if the condition is false</a:t>
            </a:r>
            <a:r>
              <a:rPr lang="en-US" dirty="0" smtClean="0"/>
              <a:t>.</a:t>
            </a:r>
          </a:p>
          <a:p>
            <a:r>
              <a:rPr lang="en-US" dirty="0" smtClean="0"/>
              <a:t>Syntax- </a:t>
            </a:r>
          </a:p>
          <a:p>
            <a:pPr marL="0" indent="0">
              <a:buNone/>
            </a:pPr>
            <a:r>
              <a:rPr lang="en-US" dirty="0"/>
              <a:t>if (condition) {</a:t>
            </a:r>
          </a:p>
          <a:p>
            <a:pPr marL="0" indent="0">
              <a:buNone/>
            </a:pPr>
            <a:r>
              <a:rPr lang="en-US" dirty="0"/>
              <a:t>    // Code to execute if condition is true</a:t>
            </a:r>
          </a:p>
          <a:p>
            <a:pPr marL="0" indent="0">
              <a:buNone/>
            </a:pPr>
            <a:r>
              <a:rPr lang="en-US" dirty="0"/>
              <a:t>} else {</a:t>
            </a:r>
          </a:p>
          <a:p>
            <a:pPr marL="0" indent="0">
              <a:buNone/>
            </a:pPr>
            <a:r>
              <a:rPr lang="en-US" dirty="0"/>
              <a:t>    // Code to execute if condition is false</a:t>
            </a:r>
          </a:p>
          <a:p>
            <a:pPr marL="0" indent="0">
              <a:buNone/>
            </a:pPr>
            <a:r>
              <a:rPr lang="en-US" dirty="0"/>
              <a: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078256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85000" lnSpcReduction="10000"/>
          </a:bodyPr>
          <a:lstStyle/>
          <a:p>
            <a:r>
              <a:rPr lang="en-US" dirty="0" smtClean="0"/>
              <a:t>Example – </a:t>
            </a:r>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number = 3;</a:t>
            </a:r>
          </a:p>
          <a:p>
            <a:pPr marL="0" indent="0">
              <a:buNone/>
            </a:pPr>
            <a:r>
              <a:rPr lang="en-IN" dirty="0"/>
              <a:t>        if (number &gt; 5) {</a:t>
            </a:r>
          </a:p>
          <a:p>
            <a:pPr marL="0" indent="0">
              <a:buNone/>
            </a:pPr>
            <a:r>
              <a:rPr lang="en-IN" dirty="0"/>
              <a:t>            </a:t>
            </a:r>
            <a:r>
              <a:rPr lang="en-IN" dirty="0" err="1"/>
              <a:t>System.out.println</a:t>
            </a:r>
            <a:r>
              <a:rPr lang="en-IN" dirty="0"/>
              <a:t>("Number is greater than 5");</a:t>
            </a:r>
          </a:p>
          <a:p>
            <a:pPr marL="0" indent="0">
              <a:buNone/>
            </a:pPr>
            <a:r>
              <a:rPr lang="en-IN" dirty="0"/>
              <a:t>        } else {</a:t>
            </a:r>
          </a:p>
          <a:p>
            <a:pPr marL="0" indent="0">
              <a:buNone/>
            </a:pPr>
            <a:r>
              <a:rPr lang="en-IN" dirty="0"/>
              <a:t>            </a:t>
            </a:r>
            <a:r>
              <a:rPr lang="en-IN" dirty="0" err="1"/>
              <a:t>System.out.println</a:t>
            </a:r>
            <a:r>
              <a:rPr lang="en-IN" dirty="0"/>
              <a:t>("Number is not greater than 5");</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695781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92500" lnSpcReduction="20000"/>
          </a:bodyPr>
          <a:lstStyle/>
          <a:p>
            <a:r>
              <a:rPr lang="en-US" b="1" dirty="0"/>
              <a:t>3. if-else-if Ladder</a:t>
            </a:r>
          </a:p>
          <a:p>
            <a:r>
              <a:rPr lang="en-US" dirty="0"/>
              <a:t>The if-else-if ladder checks multiple conditions in sequence. The first condition that evaluates to true will execute its corresponding block.</a:t>
            </a:r>
          </a:p>
          <a:p>
            <a:r>
              <a:rPr lang="en-US" dirty="0" smtClean="0"/>
              <a:t>Syntax- </a:t>
            </a:r>
          </a:p>
          <a:p>
            <a:pPr marL="0" indent="0">
              <a:buNone/>
            </a:pPr>
            <a:r>
              <a:rPr lang="en-US" dirty="0"/>
              <a:t>if (condition1) {</a:t>
            </a:r>
          </a:p>
          <a:p>
            <a:pPr marL="0" indent="0">
              <a:buNone/>
            </a:pPr>
            <a:r>
              <a:rPr lang="en-US" dirty="0"/>
              <a:t>    // Code to execute if condition1 is true</a:t>
            </a:r>
          </a:p>
          <a:p>
            <a:pPr marL="0" indent="0">
              <a:buNone/>
            </a:pPr>
            <a:r>
              <a:rPr lang="en-US" dirty="0"/>
              <a:t>} else if (condition2) {</a:t>
            </a:r>
          </a:p>
          <a:p>
            <a:pPr marL="0" indent="0">
              <a:buNone/>
            </a:pPr>
            <a:r>
              <a:rPr lang="en-US" dirty="0"/>
              <a:t>    // Code to execute if condition2 is true</a:t>
            </a:r>
          </a:p>
          <a:p>
            <a:pPr marL="0" indent="0">
              <a:buNone/>
            </a:pPr>
            <a:r>
              <a:rPr lang="en-US" dirty="0"/>
              <a:t>} else {</a:t>
            </a:r>
          </a:p>
          <a:p>
            <a:pPr marL="0" indent="0">
              <a:buNone/>
            </a:pPr>
            <a:r>
              <a:rPr lang="en-US" dirty="0"/>
              <a:t>    // Code to execute if all conditions are false</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70000" lnSpcReduction="20000"/>
          </a:bodyPr>
          <a:lstStyle/>
          <a:p>
            <a:r>
              <a:rPr lang="en-IN" dirty="0" smtClean="0"/>
              <a:t>Example- </a:t>
            </a:r>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marks = 85;</a:t>
            </a:r>
          </a:p>
          <a:p>
            <a:pPr marL="0" indent="0">
              <a:buNone/>
            </a:pPr>
            <a:endParaRPr lang="en-IN" dirty="0"/>
          </a:p>
          <a:p>
            <a:pPr marL="0" indent="0">
              <a:buNone/>
            </a:pPr>
            <a:r>
              <a:rPr lang="en-IN" dirty="0"/>
              <a:t>        if (marks &gt;= 90) {</a:t>
            </a:r>
          </a:p>
          <a:p>
            <a:pPr marL="0" indent="0">
              <a:buNone/>
            </a:pPr>
            <a:r>
              <a:rPr lang="en-IN" dirty="0"/>
              <a:t>            </a:t>
            </a:r>
            <a:r>
              <a:rPr lang="en-IN" dirty="0" err="1"/>
              <a:t>System.out.println</a:t>
            </a:r>
            <a:r>
              <a:rPr lang="en-IN" dirty="0"/>
              <a:t>("Grade: A");</a:t>
            </a:r>
          </a:p>
          <a:p>
            <a:pPr marL="0" indent="0">
              <a:buNone/>
            </a:pPr>
            <a:r>
              <a:rPr lang="en-IN" dirty="0"/>
              <a:t>        } else if (marks &gt;= 80) {</a:t>
            </a:r>
          </a:p>
          <a:p>
            <a:pPr marL="0" indent="0">
              <a:buNone/>
            </a:pPr>
            <a:r>
              <a:rPr lang="en-IN" dirty="0"/>
              <a:t>            </a:t>
            </a:r>
            <a:r>
              <a:rPr lang="en-IN" dirty="0" err="1"/>
              <a:t>System.out.println</a:t>
            </a:r>
            <a:r>
              <a:rPr lang="en-IN" dirty="0"/>
              <a:t>("Grade: B");</a:t>
            </a:r>
          </a:p>
          <a:p>
            <a:pPr marL="0" indent="0">
              <a:buNone/>
            </a:pPr>
            <a:r>
              <a:rPr lang="en-IN" dirty="0"/>
              <a:t>        } else if (marks &gt;= 70) {</a:t>
            </a:r>
          </a:p>
          <a:p>
            <a:pPr marL="0" indent="0">
              <a:buNone/>
            </a:pPr>
            <a:r>
              <a:rPr lang="en-IN" dirty="0"/>
              <a:t>            </a:t>
            </a:r>
            <a:r>
              <a:rPr lang="en-IN" dirty="0" err="1"/>
              <a:t>System.out.println</a:t>
            </a:r>
            <a:r>
              <a:rPr lang="en-IN" dirty="0"/>
              <a:t>("Grade: C");</a:t>
            </a:r>
          </a:p>
          <a:p>
            <a:pPr marL="0" indent="0">
              <a:buNone/>
            </a:pPr>
            <a:r>
              <a:rPr lang="en-IN" dirty="0"/>
              <a:t>        } else {</a:t>
            </a:r>
          </a:p>
          <a:p>
            <a:pPr marL="0" indent="0">
              <a:buNone/>
            </a:pPr>
            <a:r>
              <a:rPr lang="en-IN" dirty="0"/>
              <a:t>            </a:t>
            </a:r>
            <a:r>
              <a:rPr lang="en-IN" dirty="0" err="1"/>
              <a:t>System.out.println</a:t>
            </a:r>
            <a:r>
              <a:rPr lang="en-IN" dirty="0"/>
              <a:t>("Grade: D");</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70000" lnSpcReduction="20000"/>
          </a:bodyPr>
          <a:lstStyle/>
          <a:p>
            <a:r>
              <a:rPr lang="en-US" b="1" dirty="0"/>
              <a:t>4. switch Statement</a:t>
            </a:r>
          </a:p>
          <a:p>
            <a:r>
              <a:rPr lang="en-US" dirty="0"/>
              <a:t>The switch statement selects one of many blocks of code to execute based on the value of a variable or expression</a:t>
            </a:r>
            <a:r>
              <a:rPr lang="en-US" dirty="0" smtClean="0"/>
              <a:t>.</a:t>
            </a:r>
          </a:p>
          <a:p>
            <a:endParaRPr lang="en-US" dirty="0"/>
          </a:p>
          <a:p>
            <a:r>
              <a:rPr lang="en-IN" dirty="0" smtClean="0"/>
              <a:t>Syntax – </a:t>
            </a:r>
          </a:p>
          <a:p>
            <a:pPr marL="0" indent="0">
              <a:buNone/>
            </a:pPr>
            <a:r>
              <a:rPr lang="en-US" dirty="0"/>
              <a:t>switch (expression) {</a:t>
            </a:r>
          </a:p>
          <a:p>
            <a:pPr marL="0" indent="0">
              <a:buNone/>
            </a:pPr>
            <a:r>
              <a:rPr lang="en-US" dirty="0"/>
              <a:t>    case value1:</a:t>
            </a:r>
          </a:p>
          <a:p>
            <a:pPr marL="0" indent="0">
              <a:buNone/>
            </a:pPr>
            <a:r>
              <a:rPr lang="en-US" dirty="0"/>
              <a:t>        // Code to execute if expression == value1</a:t>
            </a:r>
          </a:p>
          <a:p>
            <a:pPr marL="0" indent="0">
              <a:buNone/>
            </a:pPr>
            <a:r>
              <a:rPr lang="en-US" dirty="0"/>
              <a:t>        break;</a:t>
            </a:r>
          </a:p>
          <a:p>
            <a:pPr marL="0" indent="0">
              <a:buNone/>
            </a:pPr>
            <a:r>
              <a:rPr lang="en-US" dirty="0"/>
              <a:t>    case value2:</a:t>
            </a:r>
          </a:p>
          <a:p>
            <a:pPr marL="0" indent="0">
              <a:buNone/>
            </a:pPr>
            <a:r>
              <a:rPr lang="en-US" dirty="0"/>
              <a:t>        // Code to execute if expression == value2</a:t>
            </a:r>
          </a:p>
          <a:p>
            <a:pPr marL="0" indent="0">
              <a:buNone/>
            </a:pPr>
            <a:r>
              <a:rPr lang="en-US" dirty="0"/>
              <a:t>        break;</a:t>
            </a:r>
          </a:p>
          <a:p>
            <a:pPr marL="0" indent="0">
              <a:buNone/>
            </a:pPr>
            <a:r>
              <a:rPr lang="en-US" dirty="0"/>
              <a:t>    default:</a:t>
            </a:r>
          </a:p>
          <a:p>
            <a:pPr marL="0" indent="0">
              <a:buNone/>
            </a:pPr>
            <a:r>
              <a:rPr lang="en-US" dirty="0"/>
              <a:t>        // Code to execute if no cases match</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47500" lnSpcReduction="20000"/>
          </a:bodyPr>
          <a:lstStyle/>
          <a:p>
            <a:pPr marL="0" indent="0">
              <a:buNone/>
            </a:pPr>
            <a:r>
              <a:rPr lang="en-IN" dirty="0" smtClean="0"/>
              <a:t>Example – </a:t>
            </a:r>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day = 3;</a:t>
            </a:r>
          </a:p>
          <a:p>
            <a:pPr marL="0" indent="0">
              <a:buNone/>
            </a:pPr>
            <a:endParaRPr lang="en-IN" dirty="0"/>
          </a:p>
          <a:p>
            <a:pPr marL="0" indent="0">
              <a:buNone/>
            </a:pPr>
            <a:r>
              <a:rPr lang="en-IN" dirty="0"/>
              <a:t>        switch (day) {</a:t>
            </a:r>
          </a:p>
          <a:p>
            <a:pPr marL="0" indent="0">
              <a:buNone/>
            </a:pPr>
            <a:r>
              <a:rPr lang="en-IN" dirty="0"/>
              <a:t>            case 1:</a:t>
            </a:r>
          </a:p>
          <a:p>
            <a:pPr marL="0" indent="0">
              <a:buNone/>
            </a:pPr>
            <a:r>
              <a:rPr lang="en-IN" dirty="0"/>
              <a:t>                </a:t>
            </a:r>
            <a:r>
              <a:rPr lang="en-IN" dirty="0" err="1"/>
              <a:t>System.out.println</a:t>
            </a:r>
            <a:r>
              <a:rPr lang="en-IN" dirty="0"/>
              <a:t>("Monday");</a:t>
            </a:r>
          </a:p>
          <a:p>
            <a:pPr marL="0" indent="0">
              <a:buNone/>
            </a:pPr>
            <a:r>
              <a:rPr lang="en-IN" dirty="0"/>
              <a:t>                break;</a:t>
            </a:r>
          </a:p>
          <a:p>
            <a:pPr marL="0" indent="0">
              <a:buNone/>
            </a:pPr>
            <a:r>
              <a:rPr lang="en-IN" dirty="0"/>
              <a:t>            case 2:</a:t>
            </a:r>
          </a:p>
          <a:p>
            <a:pPr marL="0" indent="0">
              <a:buNone/>
            </a:pPr>
            <a:r>
              <a:rPr lang="en-IN" dirty="0"/>
              <a:t>                </a:t>
            </a:r>
            <a:r>
              <a:rPr lang="en-IN" dirty="0" err="1"/>
              <a:t>System.out.println</a:t>
            </a:r>
            <a:r>
              <a:rPr lang="en-IN" dirty="0"/>
              <a:t>("Tuesday");</a:t>
            </a:r>
          </a:p>
          <a:p>
            <a:pPr marL="0" indent="0">
              <a:buNone/>
            </a:pPr>
            <a:r>
              <a:rPr lang="en-IN" dirty="0"/>
              <a:t>                break;</a:t>
            </a:r>
          </a:p>
          <a:p>
            <a:pPr marL="0" indent="0">
              <a:buNone/>
            </a:pPr>
            <a:r>
              <a:rPr lang="en-IN" dirty="0"/>
              <a:t>            case 3:</a:t>
            </a:r>
          </a:p>
          <a:p>
            <a:pPr marL="0" indent="0">
              <a:buNone/>
            </a:pPr>
            <a:r>
              <a:rPr lang="en-IN" dirty="0"/>
              <a:t>                </a:t>
            </a:r>
            <a:r>
              <a:rPr lang="en-IN" dirty="0" err="1"/>
              <a:t>System.out.println</a:t>
            </a:r>
            <a:r>
              <a:rPr lang="en-IN" dirty="0"/>
              <a:t>("Wednesday");</a:t>
            </a:r>
          </a:p>
          <a:p>
            <a:pPr marL="0" indent="0">
              <a:buNone/>
            </a:pPr>
            <a:r>
              <a:rPr lang="en-IN" dirty="0"/>
              <a:t>                break;</a:t>
            </a:r>
          </a:p>
          <a:p>
            <a:pPr marL="0" indent="0">
              <a:buNone/>
            </a:pPr>
            <a:r>
              <a:rPr lang="en-IN" dirty="0"/>
              <a:t>            default:</a:t>
            </a:r>
          </a:p>
          <a:p>
            <a:pPr marL="0" indent="0">
              <a:buNone/>
            </a:pPr>
            <a:r>
              <a:rPr lang="en-IN" dirty="0"/>
              <a:t>                </a:t>
            </a:r>
            <a:r>
              <a:rPr lang="en-IN" dirty="0" err="1"/>
              <a:t>System.out.println</a:t>
            </a:r>
            <a:r>
              <a:rPr lang="en-IN" dirty="0"/>
              <a:t>("Other Day");</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2. </a:t>
            </a:r>
            <a:r>
              <a:rPr lang="en-IN" b="1" dirty="0"/>
              <a:t>Looping Statements</a:t>
            </a:r>
            <a:r>
              <a:rPr lang="en-IN" dirty="0"/>
              <a:t/>
            </a:r>
            <a:br>
              <a:rPr lang="en-IN" dirty="0"/>
            </a:br>
            <a:endParaRPr lang="en-IN" dirty="0"/>
          </a:p>
        </p:txBody>
      </p:sp>
      <p:sp>
        <p:nvSpPr>
          <p:cNvPr id="3" name="Content Placeholder 2"/>
          <p:cNvSpPr>
            <a:spLocks noGrp="1"/>
          </p:cNvSpPr>
          <p:nvPr>
            <p:ph idx="1"/>
          </p:nvPr>
        </p:nvSpPr>
        <p:spPr/>
        <p:txBody>
          <a:bodyPr/>
          <a:lstStyle/>
          <a:p>
            <a:r>
              <a:rPr lang="en-US" b="1" dirty="0"/>
              <a:t>1. for Loop</a:t>
            </a:r>
          </a:p>
          <a:p>
            <a:r>
              <a:rPr lang="en-US" dirty="0"/>
              <a:t>The for loop is used when the number of iterations is known beforehand.</a:t>
            </a:r>
          </a:p>
          <a:p>
            <a:r>
              <a:rPr lang="en-US" b="1" dirty="0"/>
              <a:t>Syntax:</a:t>
            </a:r>
            <a:endParaRPr lang="en-US" dirty="0"/>
          </a:p>
          <a:p>
            <a:pPr marL="0" indent="0">
              <a:buNone/>
            </a:pPr>
            <a:r>
              <a:rPr lang="en-US" sz="2800" dirty="0"/>
              <a:t>for (initialization; condition; increment/decrement) {</a:t>
            </a:r>
          </a:p>
          <a:p>
            <a:pPr marL="0" indent="0">
              <a:buNone/>
            </a:pPr>
            <a:r>
              <a:rPr lang="en-US" sz="2800" dirty="0"/>
              <a:t>    // Code to execute</a:t>
            </a:r>
          </a:p>
          <a:p>
            <a:pPr marL="0" indent="0">
              <a:buNone/>
            </a:pPr>
            <a:r>
              <a:rPr lang="en-US" sz="2800" dirty="0"/>
              <a:t>}</a:t>
            </a:r>
          </a:p>
          <a:p>
            <a:endParaRPr lang="en-IN" dirty="0"/>
          </a:p>
        </p:txBody>
      </p:sp>
    </p:spTree>
    <p:extLst>
      <p:ext uri="{BB962C8B-B14F-4D97-AF65-F5344CB8AC3E}">
        <p14:creationId xmlns:p14="http://schemas.microsoft.com/office/powerpoint/2010/main" val="1884140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pPr marL="0" indent="0">
              <a:buNone/>
            </a:pPr>
            <a:r>
              <a:rPr lang="en-IN" dirty="0" smtClean="0"/>
              <a:t>Example – </a:t>
            </a:r>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for (</a:t>
            </a:r>
            <a:r>
              <a:rPr lang="en-IN" dirty="0" err="1"/>
              <a:t>int</a:t>
            </a:r>
            <a:r>
              <a:rPr lang="en-IN" dirty="0"/>
              <a:t> i = 1; i &lt;= 5; i++) {</a:t>
            </a:r>
          </a:p>
          <a:p>
            <a:pPr marL="0" indent="0">
              <a:buNone/>
            </a:pPr>
            <a:r>
              <a:rPr lang="en-IN" dirty="0"/>
              <a:t>            </a:t>
            </a:r>
            <a:r>
              <a:rPr lang="en-IN" dirty="0" err="1"/>
              <a:t>System.out.println</a:t>
            </a:r>
            <a:r>
              <a:rPr lang="en-IN" dirty="0"/>
              <a:t>("Iteration: " + i);</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r>
              <a:rPr lang="en-IN" dirty="0" smtClean="0"/>
              <a:t>2 - </a:t>
            </a:r>
            <a:r>
              <a:rPr lang="en-US" b="1" dirty="0"/>
              <a:t>while Loop</a:t>
            </a:r>
          </a:p>
          <a:p>
            <a:r>
              <a:rPr lang="en-US" dirty="0"/>
              <a:t>The while loop executes the block of code as long as the condition is true.</a:t>
            </a:r>
          </a:p>
          <a:p>
            <a:r>
              <a:rPr lang="en-US" b="1" dirty="0"/>
              <a:t>Syntax:</a:t>
            </a:r>
            <a:endParaRPr lang="en-US" dirty="0"/>
          </a:p>
          <a:p>
            <a:pPr marL="0" indent="0">
              <a:buNone/>
            </a:pPr>
            <a:r>
              <a:rPr lang="en-US" dirty="0"/>
              <a:t>while (condition) {</a:t>
            </a:r>
          </a:p>
          <a:p>
            <a:pPr marL="0" indent="0">
              <a:buNone/>
            </a:pPr>
            <a:r>
              <a:rPr lang="en-US" dirty="0"/>
              <a:t>    // Code to execute</a:t>
            </a:r>
          </a:p>
          <a:p>
            <a:pPr marL="0" indent="0">
              <a:buNone/>
            </a:pPr>
            <a:r>
              <a:rPr lang="en-US" dirty="0"/>
              <a:t>}</a:t>
            </a:r>
          </a:p>
          <a:p>
            <a:endParaRPr lang="en-IN" dirty="0"/>
          </a:p>
        </p:txBody>
      </p:sp>
    </p:spTree>
    <p:extLst>
      <p:ext uri="{BB962C8B-B14F-4D97-AF65-F5344CB8AC3E}">
        <p14:creationId xmlns:p14="http://schemas.microsoft.com/office/powerpoint/2010/main" val="2030317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lnSpcReduction="10000"/>
          </a:bodyPr>
          <a:lstStyle/>
          <a:p>
            <a:r>
              <a:rPr lang="en-IN" dirty="0" smtClean="0"/>
              <a:t>Example – </a:t>
            </a:r>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i = 1;</a:t>
            </a:r>
          </a:p>
          <a:p>
            <a:pPr marL="0" indent="0">
              <a:buNone/>
            </a:pPr>
            <a:r>
              <a:rPr lang="en-IN" dirty="0"/>
              <a:t>        while (i &lt;= 5) {</a:t>
            </a:r>
          </a:p>
          <a:p>
            <a:pPr marL="0" indent="0">
              <a:buNone/>
            </a:pPr>
            <a:r>
              <a:rPr lang="en-IN" dirty="0"/>
              <a:t>            </a:t>
            </a:r>
            <a:r>
              <a:rPr lang="en-IN" dirty="0" err="1"/>
              <a:t>System.out.println</a:t>
            </a:r>
            <a:r>
              <a:rPr lang="en-IN" dirty="0"/>
              <a:t>("Count: " + i);</a:t>
            </a:r>
          </a:p>
          <a:p>
            <a:pPr marL="0" indent="0">
              <a:buNone/>
            </a:pPr>
            <a:r>
              <a:rPr lang="en-IN" dirty="0"/>
              <a:t>            i++;</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r>
              <a:rPr lang="en-IN" dirty="0" smtClean="0"/>
              <a:t>3  -</a:t>
            </a:r>
            <a:r>
              <a:rPr lang="en-US" b="1" dirty="0"/>
              <a:t> do-while Loop</a:t>
            </a:r>
          </a:p>
          <a:p>
            <a:r>
              <a:rPr lang="en-US" dirty="0"/>
              <a:t>The do-while loop executes the block of code at least once, even if the condition is false.</a:t>
            </a:r>
          </a:p>
          <a:p>
            <a:r>
              <a:rPr lang="en-IN" dirty="0"/>
              <a:t>Syntax</a:t>
            </a:r>
            <a:r>
              <a:rPr lang="en-IN" dirty="0" smtClean="0"/>
              <a:t>:</a:t>
            </a:r>
          </a:p>
          <a:p>
            <a:pPr marL="0" indent="0">
              <a:buNone/>
            </a:pPr>
            <a:r>
              <a:rPr lang="en-US" dirty="0"/>
              <a:t>do {</a:t>
            </a:r>
          </a:p>
          <a:p>
            <a:pPr marL="0" indent="0">
              <a:buNone/>
            </a:pPr>
            <a:r>
              <a:rPr lang="en-US" dirty="0"/>
              <a:t>    // Code to execute</a:t>
            </a:r>
          </a:p>
          <a:p>
            <a:pPr marL="0" indent="0">
              <a:buNone/>
            </a:pPr>
            <a:r>
              <a:rPr lang="en-US" dirty="0"/>
              <a:t>} while (condition);</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lnSpcReduction="10000"/>
          </a:bodyPr>
          <a:lstStyle/>
          <a:p>
            <a:r>
              <a:rPr lang="en-IN" dirty="0" smtClean="0"/>
              <a:t>Example – </a:t>
            </a:r>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i = 1;</a:t>
            </a:r>
          </a:p>
          <a:p>
            <a:pPr marL="0" indent="0">
              <a:buNone/>
            </a:pPr>
            <a:r>
              <a:rPr lang="en-IN" dirty="0"/>
              <a:t>        do {</a:t>
            </a:r>
          </a:p>
          <a:p>
            <a:pPr marL="0" indent="0">
              <a:buNone/>
            </a:pPr>
            <a:r>
              <a:rPr lang="en-IN" dirty="0"/>
              <a:t>            </a:t>
            </a:r>
            <a:r>
              <a:rPr lang="en-IN" dirty="0" err="1"/>
              <a:t>System.out.println</a:t>
            </a:r>
            <a:r>
              <a:rPr lang="en-IN" dirty="0"/>
              <a:t>("Count: " + i);</a:t>
            </a:r>
          </a:p>
          <a:p>
            <a:pPr marL="0" indent="0">
              <a:buNone/>
            </a:pPr>
            <a:r>
              <a:rPr lang="en-IN" dirty="0"/>
              <a:t>            i++;</a:t>
            </a:r>
          </a:p>
          <a:p>
            <a:pPr marL="0" indent="0">
              <a:buNone/>
            </a:pPr>
            <a:r>
              <a:rPr lang="en-IN" dirty="0"/>
              <a:t>        } while (i &lt;= 5);</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85000" lnSpcReduction="20000"/>
          </a:bodyPr>
          <a:lstStyle/>
          <a:p>
            <a:r>
              <a:rPr lang="en-US" b="1" dirty="0"/>
              <a:t>break Statement</a:t>
            </a:r>
          </a:p>
          <a:p>
            <a:r>
              <a:rPr lang="en-US" dirty="0"/>
              <a:t>The break statement is used to exit a loop prematurely.</a:t>
            </a:r>
          </a:p>
          <a:p>
            <a:r>
              <a:rPr lang="en-US" b="1" dirty="0"/>
              <a:t>Example:</a:t>
            </a:r>
            <a:endParaRPr lang="en-US" dirty="0"/>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for (</a:t>
            </a:r>
            <a:r>
              <a:rPr lang="en-IN" dirty="0" err="1"/>
              <a:t>int</a:t>
            </a:r>
            <a:r>
              <a:rPr lang="en-IN" dirty="0"/>
              <a:t> i = 1; i &lt;= 10; i++) {</a:t>
            </a:r>
          </a:p>
          <a:p>
            <a:pPr marL="0" indent="0">
              <a:buNone/>
            </a:pPr>
            <a:r>
              <a:rPr lang="en-IN" dirty="0"/>
              <a:t>            if (i == 5) {</a:t>
            </a:r>
          </a:p>
          <a:p>
            <a:pPr marL="0" indent="0">
              <a:buNone/>
            </a:pPr>
            <a:r>
              <a:rPr lang="en-IN" dirty="0"/>
              <a:t>                break; // Exit the loop</a:t>
            </a:r>
          </a:p>
          <a:p>
            <a:pPr marL="0" indent="0">
              <a:buNone/>
            </a:pPr>
            <a:r>
              <a:rPr lang="en-IN" dirty="0"/>
              <a:t>            }</a:t>
            </a:r>
          </a:p>
          <a:p>
            <a:pPr marL="0" indent="0">
              <a:buNone/>
            </a:pPr>
            <a:r>
              <a:rPr lang="en-IN" dirty="0"/>
              <a:t>            </a:t>
            </a:r>
            <a:r>
              <a:rPr lang="en-IN" dirty="0" err="1"/>
              <a:t>System.out.println</a:t>
            </a:r>
            <a:r>
              <a:rPr lang="en-IN" dirty="0"/>
              <a:t>("Number: " + i);</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85000" lnSpcReduction="20000"/>
          </a:bodyPr>
          <a:lstStyle/>
          <a:p>
            <a:r>
              <a:rPr lang="en-US" b="1" dirty="0"/>
              <a:t>continue Statement</a:t>
            </a:r>
          </a:p>
          <a:p>
            <a:r>
              <a:rPr lang="en-US" dirty="0"/>
              <a:t>The continue statement skips the current iteration and moves to the next.</a:t>
            </a:r>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for (</a:t>
            </a:r>
            <a:r>
              <a:rPr lang="en-IN" dirty="0" err="1"/>
              <a:t>int</a:t>
            </a:r>
            <a:r>
              <a:rPr lang="en-IN" dirty="0"/>
              <a:t> i = 1; i &lt;= 5; i++) {</a:t>
            </a:r>
          </a:p>
          <a:p>
            <a:pPr marL="0" indent="0">
              <a:buNone/>
            </a:pPr>
            <a:r>
              <a:rPr lang="en-IN" dirty="0"/>
              <a:t>            if (i == 3) {</a:t>
            </a:r>
          </a:p>
          <a:p>
            <a:pPr marL="0" indent="0">
              <a:buNone/>
            </a:pPr>
            <a:r>
              <a:rPr lang="en-IN" dirty="0"/>
              <a:t>                continue; // Skip this iteration</a:t>
            </a:r>
          </a:p>
          <a:p>
            <a:pPr marL="0" indent="0">
              <a:buNone/>
            </a:pPr>
            <a:r>
              <a:rPr lang="en-IN" dirty="0"/>
              <a:t>            }</a:t>
            </a:r>
          </a:p>
          <a:p>
            <a:pPr marL="0" indent="0">
              <a:buNone/>
            </a:pPr>
            <a:r>
              <a:rPr lang="en-IN" dirty="0"/>
              <a:t>            </a:t>
            </a:r>
            <a:r>
              <a:rPr lang="en-IN" dirty="0" err="1"/>
              <a:t>System.out.println</a:t>
            </a:r>
            <a:r>
              <a:rPr lang="en-IN" dirty="0"/>
              <a:t>("Number: " + i);</a:t>
            </a:r>
          </a:p>
          <a:p>
            <a:pPr marL="0" indent="0">
              <a:buNone/>
            </a:pPr>
            <a:r>
              <a:rPr lang="en-IN" dirty="0"/>
              <a:t>        }</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2030317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r>
              <a:rPr lang="en-US" b="1" dirty="0"/>
              <a:t>Enhanced for Loop (for-each)</a:t>
            </a:r>
          </a:p>
          <a:p>
            <a:r>
              <a:rPr lang="en-US" dirty="0"/>
              <a:t>The enhanced for loop is used to iterate over arrays or collections.</a:t>
            </a:r>
          </a:p>
          <a:p>
            <a:r>
              <a:rPr lang="en-US" b="1" dirty="0"/>
              <a:t>Syntax:</a:t>
            </a:r>
            <a:endParaRPr lang="en-US" dirty="0"/>
          </a:p>
          <a:p>
            <a:r>
              <a:rPr lang="en-US" dirty="0"/>
              <a:t>for (type variable : collection/array) {</a:t>
            </a:r>
          </a:p>
          <a:p>
            <a:r>
              <a:rPr lang="en-US" dirty="0"/>
              <a:t>    // Code to execute</a:t>
            </a:r>
          </a:p>
          <a:p>
            <a:r>
              <a:rPr lang="en-US" dirty="0"/>
              <a:t>}</a:t>
            </a:r>
          </a:p>
          <a:p>
            <a:endParaRPr lang="en-IN" dirty="0"/>
          </a:p>
        </p:txBody>
      </p:sp>
    </p:spTree>
    <p:extLst>
      <p:ext uri="{BB962C8B-B14F-4D97-AF65-F5344CB8AC3E}">
        <p14:creationId xmlns:p14="http://schemas.microsoft.com/office/powerpoint/2010/main" val="2030317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r>
              <a:rPr lang="en-IN" dirty="0" smtClean="0"/>
              <a:t>Example- </a:t>
            </a:r>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numbers = {10, 20, 30, 40, 50};</a:t>
            </a:r>
          </a:p>
          <a:p>
            <a:pPr marL="0" indent="0">
              <a:buNone/>
            </a:pPr>
            <a:r>
              <a:rPr lang="en-IN" dirty="0"/>
              <a:t>        for (</a:t>
            </a:r>
            <a:r>
              <a:rPr lang="en-IN" dirty="0" err="1"/>
              <a:t>int</a:t>
            </a:r>
            <a:r>
              <a:rPr lang="en-IN" dirty="0"/>
              <a:t> number : numbers) {</a:t>
            </a:r>
          </a:p>
          <a:p>
            <a:pPr marL="0" indent="0">
              <a:buNone/>
            </a:pPr>
            <a:r>
              <a:rPr lang="en-IN" dirty="0"/>
              <a:t>            </a:t>
            </a:r>
            <a:r>
              <a:rPr lang="en-IN" dirty="0" err="1"/>
              <a:t>System.out.println</a:t>
            </a:r>
            <a:r>
              <a:rPr lang="en-IN" dirty="0"/>
              <a:t>(number);</a:t>
            </a:r>
          </a:p>
          <a:p>
            <a:pPr marL="0" indent="0">
              <a:buNone/>
            </a:pPr>
            <a:r>
              <a:rPr lang="en-IN" dirty="0"/>
              <a:t>        }</a:t>
            </a:r>
          </a:p>
          <a:p>
            <a:pPr marL="0" indent="0">
              <a:buNone/>
            </a:pPr>
            <a:r>
              <a:rPr lang="en-IN" dirty="0"/>
              <a:t>    }</a:t>
            </a:r>
          </a:p>
          <a:p>
            <a:pPr marL="0" indent="0">
              <a:buNone/>
            </a:pPr>
            <a:r>
              <a:rPr lang="en-IN"/>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55000" lnSpcReduction="20000"/>
          </a:bodyPr>
          <a:lstStyle/>
          <a:p>
            <a:r>
              <a:rPr lang="en-IN" dirty="0" smtClean="0"/>
              <a:t>Practice Questions – </a:t>
            </a:r>
          </a:p>
          <a:p>
            <a:r>
              <a:rPr lang="en-US" b="1" dirty="0"/>
              <a:t>Grading System</a:t>
            </a:r>
            <a:r>
              <a:rPr lang="en-US" dirty="0"/>
              <a:t>:</a:t>
            </a:r>
            <a:br>
              <a:rPr lang="en-US" dirty="0"/>
            </a:br>
            <a:r>
              <a:rPr lang="en-US" dirty="0"/>
              <a:t>Write a Java program to accept marks of a student and display their grade based on the following criteria:</a:t>
            </a:r>
          </a:p>
          <a:p>
            <a:r>
              <a:rPr lang="en-US" dirty="0"/>
              <a:t>Marks &gt;= 90: Grade A</a:t>
            </a:r>
          </a:p>
          <a:p>
            <a:r>
              <a:rPr lang="en-US" dirty="0"/>
              <a:t>Marks &gt;= 75 and &lt; 90: Grade B</a:t>
            </a:r>
          </a:p>
          <a:p>
            <a:r>
              <a:rPr lang="en-US" dirty="0"/>
              <a:t>Marks &gt;= 50 and &lt; 75: Grade C</a:t>
            </a:r>
          </a:p>
          <a:p>
            <a:r>
              <a:rPr lang="en-US" dirty="0"/>
              <a:t>Marks &lt; 50: Fail</a:t>
            </a:r>
          </a:p>
          <a:p>
            <a:r>
              <a:rPr lang="en-US" b="1" dirty="0"/>
              <a:t>Leap Year Check</a:t>
            </a:r>
            <a:r>
              <a:rPr lang="en-US" dirty="0"/>
              <a:t>:</a:t>
            </a:r>
            <a:br>
              <a:rPr lang="en-US" dirty="0"/>
            </a:br>
            <a:r>
              <a:rPr lang="en-US" dirty="0"/>
              <a:t>Write a program to check if a given year is a leap year. (Hint: A year is a leap year if it is divisible by 4, but not divisible by 100, except when it is also divisible by 400.)</a:t>
            </a:r>
          </a:p>
          <a:p>
            <a:r>
              <a:rPr lang="en-US" b="1" dirty="0"/>
              <a:t>Odd or Even</a:t>
            </a:r>
            <a:r>
              <a:rPr lang="en-US" dirty="0"/>
              <a:t>:</a:t>
            </a:r>
            <a:br>
              <a:rPr lang="en-US" dirty="0"/>
            </a:br>
            <a:r>
              <a:rPr lang="en-US" dirty="0"/>
              <a:t>Write a program to check whether a given number is odd or even using conditional statements.</a:t>
            </a:r>
          </a:p>
          <a:p>
            <a:r>
              <a:rPr lang="en-US" b="1" dirty="0"/>
              <a:t>Number Classification</a:t>
            </a:r>
            <a:r>
              <a:rPr lang="en-US" dirty="0"/>
              <a:t>:</a:t>
            </a:r>
            <a:br>
              <a:rPr lang="en-US" dirty="0"/>
            </a:br>
            <a:r>
              <a:rPr lang="en-US" dirty="0"/>
              <a:t>Accept a number from the user and check whether it is positive, negative, or zero.</a:t>
            </a:r>
          </a:p>
          <a:p>
            <a:r>
              <a:rPr lang="en-US" b="1" dirty="0"/>
              <a:t>Triangle Validity</a:t>
            </a:r>
            <a:r>
              <a:rPr lang="en-US" dirty="0"/>
              <a:t>:</a:t>
            </a:r>
            <a:br>
              <a:rPr lang="en-US" dirty="0"/>
            </a:br>
            <a:r>
              <a:rPr lang="en-US" dirty="0"/>
              <a:t>Write a program to check if three given sides can form a valid triangle. (Hint: The sum of any two sides of a triangle must be greater than the third side.)</a:t>
            </a:r>
          </a:p>
          <a:p>
            <a:endParaRPr lang="en-IN" dirty="0"/>
          </a:p>
        </p:txBody>
      </p:sp>
    </p:spTree>
    <p:extLst>
      <p:ext uri="{BB962C8B-B14F-4D97-AF65-F5344CB8AC3E}">
        <p14:creationId xmlns:p14="http://schemas.microsoft.com/office/powerpoint/2010/main" val="2030317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55000" lnSpcReduction="20000"/>
          </a:bodyPr>
          <a:lstStyle/>
          <a:p>
            <a:r>
              <a:rPr lang="en-US" b="1" dirty="0"/>
              <a:t>Questions Based on Loops</a:t>
            </a:r>
          </a:p>
          <a:p>
            <a:r>
              <a:rPr lang="en-US" b="1" dirty="0"/>
              <a:t>Prime Number Check</a:t>
            </a:r>
            <a:r>
              <a:rPr lang="en-US" dirty="0"/>
              <a:t>:</a:t>
            </a:r>
            <a:br>
              <a:rPr lang="en-US" dirty="0"/>
            </a:br>
            <a:r>
              <a:rPr lang="en-US" dirty="0"/>
              <a:t>Write a program to check if a given number is prime. (Hint: A number is prime if it is divisible only by 1 and itself.)</a:t>
            </a:r>
          </a:p>
          <a:p>
            <a:r>
              <a:rPr lang="en-US" b="1" dirty="0"/>
              <a:t>Factorial Calculation</a:t>
            </a:r>
            <a:r>
              <a:rPr lang="en-US" dirty="0"/>
              <a:t>:</a:t>
            </a:r>
            <a:br>
              <a:rPr lang="en-US" dirty="0"/>
            </a:br>
            <a:r>
              <a:rPr lang="en-US" dirty="0"/>
              <a:t>Write a program to calculate the factorial of a number using a for loop.</a:t>
            </a:r>
          </a:p>
          <a:p>
            <a:r>
              <a:rPr lang="en-US" b="1" dirty="0"/>
              <a:t>Multiplication Table</a:t>
            </a:r>
            <a:r>
              <a:rPr lang="en-US" dirty="0"/>
              <a:t>:</a:t>
            </a:r>
            <a:br>
              <a:rPr lang="en-US" dirty="0"/>
            </a:br>
            <a:r>
              <a:rPr lang="en-US" dirty="0"/>
              <a:t>Write a program to generate and display the multiplication table of a number entered by the user.</a:t>
            </a:r>
          </a:p>
          <a:p>
            <a:r>
              <a:rPr lang="en-US" b="1" dirty="0"/>
              <a:t>Fibonacci Series</a:t>
            </a:r>
            <a:r>
              <a:rPr lang="en-US" dirty="0"/>
              <a:t>:</a:t>
            </a:r>
            <a:br>
              <a:rPr lang="en-US" dirty="0"/>
            </a:br>
            <a:r>
              <a:rPr lang="en-US" dirty="0"/>
              <a:t>Write a program to print the first n terms of the Fibonacci series, where n is entered by the user.</a:t>
            </a:r>
          </a:p>
          <a:p>
            <a:r>
              <a:rPr lang="en-US" b="1" dirty="0"/>
              <a:t>Number Pattern</a:t>
            </a:r>
            <a:r>
              <a:rPr lang="en-US" dirty="0"/>
              <a:t>:</a:t>
            </a:r>
            <a:br>
              <a:rPr lang="en-US" dirty="0"/>
            </a:br>
            <a:r>
              <a:rPr lang="en-US" dirty="0"/>
              <a:t>Write a program to generate the following number pattern using nested loops for n rows:</a:t>
            </a:r>
          </a:p>
          <a:p>
            <a:pPr marL="0" indent="0">
              <a:buNone/>
            </a:pPr>
            <a:r>
              <a:rPr lang="en-IN" dirty="0"/>
              <a:t>1</a:t>
            </a:r>
          </a:p>
          <a:p>
            <a:pPr marL="0" indent="0">
              <a:buNone/>
            </a:pPr>
            <a:r>
              <a:rPr lang="en-IN" dirty="0"/>
              <a:t>1 2</a:t>
            </a:r>
          </a:p>
          <a:p>
            <a:pPr marL="0" indent="0">
              <a:buNone/>
            </a:pPr>
            <a:r>
              <a:rPr lang="en-IN" dirty="0"/>
              <a:t>1 2 3</a:t>
            </a:r>
          </a:p>
          <a:p>
            <a:pPr marL="0" indent="0">
              <a:buNone/>
            </a:pPr>
            <a:r>
              <a:rPr lang="en-IN" dirty="0"/>
              <a:t>1 2 3 4</a:t>
            </a:r>
          </a:p>
          <a:p>
            <a:pPr marL="0" indent="0">
              <a:buNone/>
            </a:pPr>
            <a:r>
              <a:rPr lang="en-IN" dirty="0"/>
              <a:t>1 2 3 4 5</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47500" lnSpcReduction="20000"/>
          </a:bodyPr>
          <a:lstStyle/>
          <a:p>
            <a:r>
              <a:rPr lang="en-US" dirty="0"/>
              <a:t>Write a program to check whether a given number is a palindrome (e.g., 121, 1331 are palindromes, but 123 is not</a:t>
            </a:r>
            <a:r>
              <a:rPr lang="en-US" dirty="0" smtClean="0"/>
              <a:t>).</a:t>
            </a:r>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a:t>
            </a:r>
            <a:r>
              <a:rPr lang="en-IN" dirty="0" err="1"/>
              <a:t>num</a:t>
            </a:r>
            <a:r>
              <a:rPr lang="en-IN" dirty="0"/>
              <a:t> = 121, reversed = 0, temp = </a:t>
            </a:r>
            <a:r>
              <a:rPr lang="en-IN" dirty="0" err="1"/>
              <a:t>num</a:t>
            </a:r>
            <a:r>
              <a:rPr lang="en-IN" dirty="0"/>
              <a:t>;</a:t>
            </a:r>
          </a:p>
          <a:p>
            <a:pPr marL="0" indent="0">
              <a:buNone/>
            </a:pPr>
            <a:endParaRPr lang="en-IN" dirty="0"/>
          </a:p>
          <a:p>
            <a:pPr marL="0" indent="0">
              <a:buNone/>
            </a:pPr>
            <a:r>
              <a:rPr lang="en-IN" dirty="0"/>
              <a:t>        // Reverse the number</a:t>
            </a:r>
          </a:p>
          <a:p>
            <a:pPr marL="0" indent="0">
              <a:buNone/>
            </a:pPr>
            <a:r>
              <a:rPr lang="en-IN" dirty="0"/>
              <a:t>        while (temp &gt; 0) {</a:t>
            </a:r>
          </a:p>
          <a:p>
            <a:pPr marL="0" indent="0">
              <a:buNone/>
            </a:pPr>
            <a:r>
              <a:rPr lang="en-IN" dirty="0"/>
              <a:t>            </a:t>
            </a:r>
            <a:r>
              <a:rPr lang="en-IN" dirty="0" err="1"/>
              <a:t>int</a:t>
            </a:r>
            <a:r>
              <a:rPr lang="en-IN" dirty="0"/>
              <a:t> digit = temp % 10;</a:t>
            </a:r>
          </a:p>
          <a:p>
            <a:pPr marL="0" indent="0">
              <a:buNone/>
            </a:pPr>
            <a:r>
              <a:rPr lang="en-IN" dirty="0"/>
              <a:t>            reversed = reversed * 10 + digit;</a:t>
            </a:r>
          </a:p>
          <a:p>
            <a:pPr marL="0" indent="0">
              <a:buNone/>
            </a:pPr>
            <a:r>
              <a:rPr lang="en-IN" dirty="0"/>
              <a:t>            temp /= 10;</a:t>
            </a:r>
          </a:p>
          <a:p>
            <a:pPr marL="0" indent="0">
              <a:buNone/>
            </a:pPr>
            <a:r>
              <a:rPr lang="en-IN" dirty="0"/>
              <a:t>        }</a:t>
            </a:r>
          </a:p>
          <a:p>
            <a:pPr marL="0" indent="0">
              <a:buNone/>
            </a:pPr>
            <a:endParaRPr lang="en-IN" dirty="0"/>
          </a:p>
          <a:p>
            <a:pPr marL="0" indent="0">
              <a:buNone/>
            </a:pPr>
            <a:r>
              <a:rPr lang="en-IN" dirty="0"/>
              <a:t>        // Check if original and reversed numbers are equal</a:t>
            </a:r>
          </a:p>
          <a:p>
            <a:pPr marL="0" indent="0">
              <a:buNone/>
            </a:pPr>
            <a:r>
              <a:rPr lang="en-IN" dirty="0"/>
              <a:t>        if (</a:t>
            </a:r>
            <a:r>
              <a:rPr lang="en-IN" dirty="0" err="1"/>
              <a:t>num</a:t>
            </a:r>
            <a:r>
              <a:rPr lang="en-IN" dirty="0"/>
              <a:t> == reversed) {</a:t>
            </a:r>
          </a:p>
          <a:p>
            <a:pPr marL="0" indent="0">
              <a:buNone/>
            </a:pPr>
            <a:r>
              <a:rPr lang="en-IN" dirty="0"/>
              <a:t>            </a:t>
            </a:r>
            <a:r>
              <a:rPr lang="en-IN" dirty="0" err="1"/>
              <a:t>System.out.println</a:t>
            </a:r>
            <a:r>
              <a:rPr lang="en-IN" dirty="0"/>
              <a:t>(</a:t>
            </a:r>
            <a:r>
              <a:rPr lang="en-IN" dirty="0" err="1"/>
              <a:t>num</a:t>
            </a:r>
            <a:r>
              <a:rPr lang="en-IN" dirty="0"/>
              <a:t> + " is a palindrome.");</a:t>
            </a:r>
          </a:p>
          <a:p>
            <a:pPr marL="0" indent="0">
              <a:buNone/>
            </a:pPr>
            <a:r>
              <a:rPr lang="en-IN" dirty="0"/>
              <a:t>        } else {</a:t>
            </a:r>
          </a:p>
          <a:p>
            <a:pPr marL="0" indent="0">
              <a:buNone/>
            </a:pPr>
            <a:r>
              <a:rPr lang="en-IN" dirty="0"/>
              <a:t>            </a:t>
            </a:r>
            <a:r>
              <a:rPr lang="en-IN" dirty="0" err="1"/>
              <a:t>System.out.println</a:t>
            </a:r>
            <a:r>
              <a:rPr lang="en-IN" dirty="0"/>
              <a:t>(</a:t>
            </a:r>
            <a:r>
              <a:rPr lang="en-IN" dirty="0" err="1"/>
              <a:t>num</a:t>
            </a:r>
            <a:r>
              <a:rPr lang="en-IN" dirty="0"/>
              <a:t> + " is not a palindrome.");</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55000" lnSpcReduction="20000"/>
          </a:bodyPr>
          <a:lstStyle/>
          <a:p>
            <a:r>
              <a:rPr lang="en-US" dirty="0"/>
              <a:t>Write a program to check if a number is an Armstrong number. (e.g., 153 = 1³ + 5³ + 3³</a:t>
            </a:r>
            <a:r>
              <a:rPr lang="en-US" dirty="0" smtClean="0"/>
              <a:t>).</a:t>
            </a:r>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a:t>
            </a:r>
            <a:r>
              <a:rPr lang="en-IN" dirty="0" err="1"/>
              <a:t>num</a:t>
            </a:r>
            <a:r>
              <a:rPr lang="en-IN" dirty="0"/>
              <a:t> = 153, sum = 0, temp = </a:t>
            </a:r>
            <a:r>
              <a:rPr lang="en-IN" dirty="0" err="1"/>
              <a:t>num</a:t>
            </a:r>
            <a:r>
              <a:rPr lang="en-IN" dirty="0"/>
              <a:t>;</a:t>
            </a:r>
          </a:p>
          <a:p>
            <a:pPr marL="0" indent="0">
              <a:buNone/>
            </a:pPr>
            <a:endParaRPr lang="en-IN" dirty="0"/>
          </a:p>
          <a:p>
            <a:pPr marL="0" indent="0">
              <a:buNone/>
            </a:pPr>
            <a:r>
              <a:rPr lang="en-IN" dirty="0"/>
              <a:t>        while (temp &gt; 0) {</a:t>
            </a:r>
          </a:p>
          <a:p>
            <a:pPr marL="0" indent="0">
              <a:buNone/>
            </a:pPr>
            <a:r>
              <a:rPr lang="en-IN" dirty="0"/>
              <a:t>            </a:t>
            </a:r>
            <a:r>
              <a:rPr lang="en-IN" dirty="0" err="1"/>
              <a:t>int</a:t>
            </a:r>
            <a:r>
              <a:rPr lang="en-IN" dirty="0"/>
              <a:t> digit = temp % 10;</a:t>
            </a:r>
          </a:p>
          <a:p>
            <a:pPr marL="0" indent="0">
              <a:buNone/>
            </a:pPr>
            <a:r>
              <a:rPr lang="en-IN" dirty="0"/>
              <a:t>            sum += digit * digit * digit;</a:t>
            </a:r>
          </a:p>
          <a:p>
            <a:pPr marL="0" indent="0">
              <a:buNone/>
            </a:pPr>
            <a:r>
              <a:rPr lang="en-IN" dirty="0"/>
              <a:t>            temp /= 10;</a:t>
            </a:r>
          </a:p>
          <a:p>
            <a:pPr marL="0" indent="0">
              <a:buNone/>
            </a:pPr>
            <a:r>
              <a:rPr lang="en-IN" dirty="0"/>
              <a:t>        }</a:t>
            </a:r>
          </a:p>
          <a:p>
            <a:pPr marL="0" indent="0">
              <a:buNone/>
            </a:pPr>
            <a:endParaRPr lang="en-IN" dirty="0"/>
          </a:p>
          <a:p>
            <a:pPr marL="0" indent="0">
              <a:buNone/>
            </a:pPr>
            <a:r>
              <a:rPr lang="en-IN" dirty="0"/>
              <a:t>        if (sum == </a:t>
            </a:r>
            <a:r>
              <a:rPr lang="en-IN" dirty="0" err="1"/>
              <a:t>num</a:t>
            </a:r>
            <a:r>
              <a:rPr lang="en-IN" dirty="0"/>
              <a:t>) {</a:t>
            </a:r>
          </a:p>
          <a:p>
            <a:pPr marL="0" indent="0">
              <a:buNone/>
            </a:pPr>
            <a:r>
              <a:rPr lang="en-IN" dirty="0"/>
              <a:t>            </a:t>
            </a:r>
            <a:r>
              <a:rPr lang="en-IN" dirty="0" err="1"/>
              <a:t>System.out.println</a:t>
            </a:r>
            <a:r>
              <a:rPr lang="en-IN" dirty="0"/>
              <a:t>(</a:t>
            </a:r>
            <a:r>
              <a:rPr lang="en-IN" dirty="0" err="1"/>
              <a:t>num</a:t>
            </a:r>
            <a:r>
              <a:rPr lang="en-IN" dirty="0"/>
              <a:t> + " is an Armstrong number.");</a:t>
            </a:r>
          </a:p>
          <a:p>
            <a:pPr marL="0" indent="0">
              <a:buNone/>
            </a:pPr>
            <a:r>
              <a:rPr lang="en-IN" dirty="0"/>
              <a:t>        } else {</a:t>
            </a:r>
          </a:p>
          <a:p>
            <a:pPr marL="0" indent="0">
              <a:buNone/>
            </a:pPr>
            <a:r>
              <a:rPr lang="en-IN" dirty="0"/>
              <a:t>            </a:t>
            </a:r>
            <a:r>
              <a:rPr lang="en-IN" dirty="0" err="1"/>
              <a:t>System.out.println</a:t>
            </a:r>
            <a:r>
              <a:rPr lang="en-IN" dirty="0"/>
              <a:t>(</a:t>
            </a:r>
            <a:r>
              <a:rPr lang="en-IN" dirty="0" err="1"/>
              <a:t>num</a:t>
            </a:r>
            <a:r>
              <a:rPr lang="en-IN" dirty="0"/>
              <a:t> + " is not an Armstrong number.");</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70000" lnSpcReduction="20000"/>
          </a:bodyPr>
          <a:lstStyle/>
          <a:p>
            <a:r>
              <a:rPr lang="en-US" dirty="0"/>
              <a:t>Write a program to find the greatest common divisor (GCD) of two numbers using loops</a:t>
            </a:r>
            <a:r>
              <a:rPr lang="en-US" dirty="0" smtClean="0"/>
              <a:t>.</a:t>
            </a:r>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num1 = 56, num2 = 98, </a:t>
            </a:r>
            <a:r>
              <a:rPr lang="en-IN" dirty="0" err="1"/>
              <a:t>gcd</a:t>
            </a:r>
            <a:r>
              <a:rPr lang="en-IN" dirty="0"/>
              <a:t> = 1;</a:t>
            </a:r>
          </a:p>
          <a:p>
            <a:pPr marL="0" indent="0">
              <a:buNone/>
            </a:pPr>
            <a:endParaRPr lang="en-IN" dirty="0"/>
          </a:p>
          <a:p>
            <a:pPr marL="0" indent="0">
              <a:buNone/>
            </a:pPr>
            <a:r>
              <a:rPr lang="en-IN" dirty="0"/>
              <a:t>        for (</a:t>
            </a:r>
            <a:r>
              <a:rPr lang="en-IN" dirty="0" err="1"/>
              <a:t>int</a:t>
            </a:r>
            <a:r>
              <a:rPr lang="en-IN" dirty="0"/>
              <a:t> i = 1; i &lt;= num1 &amp;&amp; i &lt;= num2; i++) {</a:t>
            </a:r>
          </a:p>
          <a:p>
            <a:pPr marL="0" indent="0">
              <a:buNone/>
            </a:pPr>
            <a:r>
              <a:rPr lang="en-IN" dirty="0"/>
              <a:t>            if (num1 % i == 0 &amp;&amp; num2 % i == 0) {</a:t>
            </a:r>
          </a:p>
          <a:p>
            <a:pPr marL="0" indent="0">
              <a:buNone/>
            </a:pPr>
            <a:r>
              <a:rPr lang="en-IN" dirty="0"/>
              <a:t>                </a:t>
            </a:r>
            <a:r>
              <a:rPr lang="en-IN" dirty="0" err="1"/>
              <a:t>gcd</a:t>
            </a:r>
            <a:r>
              <a:rPr lang="en-IN" dirty="0"/>
              <a:t> = i;</a:t>
            </a:r>
          </a:p>
          <a:p>
            <a:pPr marL="0" indent="0">
              <a:buNone/>
            </a:pPr>
            <a:r>
              <a:rPr lang="en-IN" dirty="0"/>
              <a:t>            }</a:t>
            </a:r>
          </a:p>
          <a:p>
            <a:pPr marL="0" indent="0">
              <a:buNone/>
            </a:pPr>
            <a:r>
              <a:rPr lang="en-IN" dirty="0"/>
              <a:t>        }</a:t>
            </a:r>
          </a:p>
          <a:p>
            <a:pPr marL="0" indent="0">
              <a:buNone/>
            </a:pPr>
            <a:endParaRPr lang="en-IN" dirty="0"/>
          </a:p>
          <a:p>
            <a:pPr marL="0" indent="0">
              <a:buNone/>
            </a:pPr>
            <a:r>
              <a:rPr lang="en-IN" dirty="0"/>
              <a:t>        </a:t>
            </a:r>
            <a:r>
              <a:rPr lang="en-IN" dirty="0" err="1"/>
              <a:t>System.out.println</a:t>
            </a:r>
            <a:r>
              <a:rPr lang="en-IN" dirty="0"/>
              <a:t>("GCD of " + num1 + " and " + num2 + " is: " + </a:t>
            </a:r>
            <a:r>
              <a:rPr lang="en-IN" dirty="0" err="1"/>
              <a:t>gcd</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62500" lnSpcReduction="20000"/>
          </a:bodyPr>
          <a:lstStyle/>
          <a:p>
            <a:r>
              <a:rPr lang="en-US" dirty="0"/>
              <a:t>Write a program to find all prime numbers between 1 and 100</a:t>
            </a:r>
            <a:r>
              <a:rPr lang="en-US" dirty="0" smtClean="0"/>
              <a:t>.</a:t>
            </a:r>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for (</a:t>
            </a:r>
            <a:r>
              <a:rPr lang="en-IN" dirty="0" err="1"/>
              <a:t>int</a:t>
            </a:r>
            <a:r>
              <a:rPr lang="en-IN" dirty="0"/>
              <a:t> </a:t>
            </a:r>
            <a:r>
              <a:rPr lang="en-IN" dirty="0" err="1"/>
              <a:t>num</a:t>
            </a:r>
            <a:r>
              <a:rPr lang="en-IN" dirty="0"/>
              <a:t> = 2; </a:t>
            </a:r>
            <a:r>
              <a:rPr lang="en-IN" dirty="0" err="1"/>
              <a:t>num</a:t>
            </a:r>
            <a:r>
              <a:rPr lang="en-IN" dirty="0"/>
              <a:t> &lt;= 100; </a:t>
            </a:r>
            <a:r>
              <a:rPr lang="en-IN" dirty="0" err="1"/>
              <a:t>num</a:t>
            </a:r>
            <a:r>
              <a:rPr lang="en-IN" dirty="0"/>
              <a:t>++) {</a:t>
            </a:r>
          </a:p>
          <a:p>
            <a:pPr marL="0" indent="0">
              <a:buNone/>
            </a:pPr>
            <a:r>
              <a:rPr lang="en-IN" dirty="0"/>
              <a:t>            </a:t>
            </a:r>
            <a:r>
              <a:rPr lang="en-IN" dirty="0" err="1"/>
              <a:t>boolean</a:t>
            </a:r>
            <a:r>
              <a:rPr lang="en-IN" dirty="0"/>
              <a:t> </a:t>
            </a:r>
            <a:r>
              <a:rPr lang="en-IN" dirty="0" err="1"/>
              <a:t>isPrime</a:t>
            </a:r>
            <a:r>
              <a:rPr lang="en-IN" dirty="0"/>
              <a:t> = true;</a:t>
            </a:r>
          </a:p>
          <a:p>
            <a:pPr marL="0" indent="0">
              <a:buNone/>
            </a:pPr>
            <a:r>
              <a:rPr lang="en-IN" dirty="0"/>
              <a:t>            for (</a:t>
            </a:r>
            <a:r>
              <a:rPr lang="en-IN" dirty="0" err="1"/>
              <a:t>int</a:t>
            </a:r>
            <a:r>
              <a:rPr lang="en-IN" dirty="0"/>
              <a:t> i = 2; i &lt;= </a:t>
            </a:r>
            <a:r>
              <a:rPr lang="en-IN" dirty="0" err="1"/>
              <a:t>Math.sqrt</a:t>
            </a:r>
            <a:r>
              <a:rPr lang="en-IN" dirty="0"/>
              <a:t>(</a:t>
            </a:r>
            <a:r>
              <a:rPr lang="en-IN" dirty="0" err="1"/>
              <a:t>num</a:t>
            </a:r>
            <a:r>
              <a:rPr lang="en-IN" dirty="0"/>
              <a:t>); i++) {</a:t>
            </a:r>
          </a:p>
          <a:p>
            <a:pPr marL="0" indent="0">
              <a:buNone/>
            </a:pPr>
            <a:r>
              <a:rPr lang="en-IN" dirty="0"/>
              <a:t>                if (</a:t>
            </a:r>
            <a:r>
              <a:rPr lang="en-IN" dirty="0" err="1"/>
              <a:t>num</a:t>
            </a:r>
            <a:r>
              <a:rPr lang="en-IN" dirty="0"/>
              <a:t> % i == 0) {</a:t>
            </a:r>
          </a:p>
          <a:p>
            <a:pPr marL="0" indent="0">
              <a:buNone/>
            </a:pPr>
            <a:r>
              <a:rPr lang="en-IN" dirty="0"/>
              <a:t>                    </a:t>
            </a:r>
            <a:r>
              <a:rPr lang="en-IN" dirty="0" err="1"/>
              <a:t>isPrime</a:t>
            </a:r>
            <a:r>
              <a:rPr lang="en-IN" dirty="0"/>
              <a:t> = false;</a:t>
            </a:r>
          </a:p>
          <a:p>
            <a:pPr marL="0" indent="0">
              <a:buNone/>
            </a:pPr>
            <a:r>
              <a:rPr lang="en-IN" dirty="0"/>
              <a:t>                    break;</a:t>
            </a:r>
          </a:p>
          <a:p>
            <a:pPr marL="0" indent="0">
              <a:buNone/>
            </a:pPr>
            <a:r>
              <a:rPr lang="en-IN" dirty="0"/>
              <a:t>                }</a:t>
            </a:r>
          </a:p>
          <a:p>
            <a:pPr marL="0" indent="0">
              <a:buNone/>
            </a:pPr>
            <a:r>
              <a:rPr lang="en-IN" dirty="0"/>
              <a:t>            }</a:t>
            </a:r>
          </a:p>
          <a:p>
            <a:pPr marL="0" indent="0">
              <a:buNone/>
            </a:pPr>
            <a:r>
              <a:rPr lang="en-IN" dirty="0"/>
              <a:t>            if (</a:t>
            </a:r>
            <a:r>
              <a:rPr lang="en-IN" dirty="0" err="1"/>
              <a:t>isPrime</a:t>
            </a:r>
            <a:r>
              <a:rPr lang="en-IN" dirty="0"/>
              <a:t>) {</a:t>
            </a:r>
          </a:p>
          <a:p>
            <a:pPr marL="0" indent="0">
              <a:buNone/>
            </a:pPr>
            <a:r>
              <a:rPr lang="en-IN" dirty="0"/>
              <a:t>                </a:t>
            </a:r>
            <a:r>
              <a:rPr lang="en-IN" dirty="0" err="1"/>
              <a:t>System.out.print</a:t>
            </a:r>
            <a:r>
              <a:rPr lang="en-IN" dirty="0"/>
              <a:t>(</a:t>
            </a:r>
            <a:r>
              <a:rPr lang="en-IN" dirty="0" err="1"/>
              <a:t>num</a:t>
            </a:r>
            <a:r>
              <a:rPr lang="en-IN" dirty="0"/>
              <a:t> + " ");</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r>
              <a:rPr lang="en-US" dirty="0"/>
              <a:t>Print the following number pyramid for n = 5</a:t>
            </a:r>
            <a:r>
              <a:rPr lang="en-US" dirty="0" smtClean="0"/>
              <a:t>:</a:t>
            </a:r>
          </a:p>
          <a:p>
            <a:pPr marL="0" indent="0">
              <a:buNone/>
            </a:pPr>
            <a:r>
              <a:rPr lang="en-IN" dirty="0" smtClean="0"/>
              <a:t>     1</a:t>
            </a:r>
            <a:endParaRPr lang="en-IN" dirty="0"/>
          </a:p>
          <a:p>
            <a:pPr marL="0" indent="0">
              <a:buNone/>
            </a:pPr>
            <a:r>
              <a:rPr lang="en-IN" dirty="0"/>
              <a:t>   121</a:t>
            </a:r>
          </a:p>
          <a:p>
            <a:pPr marL="0" indent="0">
              <a:buNone/>
            </a:pPr>
            <a:r>
              <a:rPr lang="en-IN" dirty="0"/>
              <a:t>  12321</a:t>
            </a:r>
          </a:p>
          <a:p>
            <a:pPr marL="0" indent="0">
              <a:buNone/>
            </a:pPr>
            <a:r>
              <a:rPr lang="en-IN" dirty="0"/>
              <a:t> 1234321</a:t>
            </a:r>
          </a:p>
          <a:p>
            <a:pPr marL="0" indent="0">
              <a:buNone/>
            </a:pPr>
            <a:r>
              <a:rPr lang="en-IN" dirty="0"/>
              <a:t>123454321</a:t>
            </a:r>
            <a:endParaRPr lang="en-IN" dirty="0"/>
          </a:p>
        </p:txBody>
      </p:sp>
    </p:spTree>
    <p:extLst>
      <p:ext uri="{BB962C8B-B14F-4D97-AF65-F5344CB8AC3E}">
        <p14:creationId xmlns:p14="http://schemas.microsoft.com/office/powerpoint/2010/main" val="2030317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47500" lnSpcReduction="20000"/>
          </a:bodyPr>
          <a:lstStyle/>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n = 5;</a:t>
            </a:r>
          </a:p>
          <a:p>
            <a:pPr marL="0" indent="0">
              <a:buNone/>
            </a:pPr>
            <a:endParaRPr lang="en-IN" dirty="0"/>
          </a:p>
          <a:p>
            <a:pPr marL="0" indent="0">
              <a:buNone/>
            </a:pPr>
            <a:r>
              <a:rPr lang="en-IN" dirty="0"/>
              <a:t>        for (</a:t>
            </a:r>
            <a:r>
              <a:rPr lang="en-IN" dirty="0" err="1"/>
              <a:t>int</a:t>
            </a:r>
            <a:r>
              <a:rPr lang="en-IN" dirty="0"/>
              <a:t> i = 1; i &lt;= n; i++) {</a:t>
            </a:r>
          </a:p>
          <a:p>
            <a:pPr marL="0" indent="0">
              <a:buNone/>
            </a:pPr>
            <a:r>
              <a:rPr lang="en-IN" dirty="0"/>
              <a:t>            // Print spaces</a:t>
            </a:r>
          </a:p>
          <a:p>
            <a:pPr marL="0" indent="0">
              <a:buNone/>
            </a:pPr>
            <a:r>
              <a:rPr lang="en-IN" dirty="0"/>
              <a:t>            for (</a:t>
            </a:r>
            <a:r>
              <a:rPr lang="en-IN" dirty="0" err="1"/>
              <a:t>int</a:t>
            </a:r>
            <a:r>
              <a:rPr lang="en-IN" dirty="0"/>
              <a:t> j = n; j &gt; i; j--) {</a:t>
            </a:r>
          </a:p>
          <a:p>
            <a:pPr marL="0" indent="0">
              <a:buNone/>
            </a:pPr>
            <a:r>
              <a:rPr lang="en-IN" dirty="0"/>
              <a:t>                </a:t>
            </a:r>
            <a:r>
              <a:rPr lang="en-IN" dirty="0" err="1"/>
              <a:t>System.out.print</a:t>
            </a:r>
            <a:r>
              <a:rPr lang="en-IN" dirty="0"/>
              <a:t>(" ");</a:t>
            </a:r>
          </a:p>
          <a:p>
            <a:pPr marL="0" indent="0">
              <a:buNone/>
            </a:pPr>
            <a:r>
              <a:rPr lang="en-IN" dirty="0"/>
              <a:t>            }</a:t>
            </a:r>
          </a:p>
          <a:p>
            <a:pPr marL="0" indent="0">
              <a:buNone/>
            </a:pPr>
            <a:r>
              <a:rPr lang="en-IN" dirty="0"/>
              <a:t>            // Print increasing numbers</a:t>
            </a:r>
          </a:p>
          <a:p>
            <a:pPr marL="0" indent="0">
              <a:buNone/>
            </a:pPr>
            <a:r>
              <a:rPr lang="en-IN" dirty="0"/>
              <a:t>            for (</a:t>
            </a:r>
            <a:r>
              <a:rPr lang="en-IN" dirty="0" err="1"/>
              <a:t>int</a:t>
            </a:r>
            <a:r>
              <a:rPr lang="en-IN" dirty="0"/>
              <a:t> j = 1; j &lt;= i; j++) {</a:t>
            </a:r>
          </a:p>
          <a:p>
            <a:pPr marL="0" indent="0">
              <a:buNone/>
            </a:pPr>
            <a:r>
              <a:rPr lang="en-IN" dirty="0"/>
              <a:t>                </a:t>
            </a:r>
            <a:r>
              <a:rPr lang="en-IN" dirty="0" err="1"/>
              <a:t>System.out.print</a:t>
            </a:r>
            <a:r>
              <a:rPr lang="en-IN" dirty="0"/>
              <a:t>(j);</a:t>
            </a:r>
          </a:p>
          <a:p>
            <a:pPr marL="0" indent="0">
              <a:buNone/>
            </a:pPr>
            <a:r>
              <a:rPr lang="en-IN" dirty="0"/>
              <a:t>            }</a:t>
            </a:r>
          </a:p>
          <a:p>
            <a:pPr marL="0" indent="0">
              <a:buNone/>
            </a:pPr>
            <a:r>
              <a:rPr lang="en-IN" dirty="0"/>
              <a:t>            // Print decreasing numbers</a:t>
            </a:r>
          </a:p>
          <a:p>
            <a:pPr marL="0" indent="0">
              <a:buNone/>
            </a:pPr>
            <a:r>
              <a:rPr lang="en-IN" dirty="0"/>
              <a:t>            for (</a:t>
            </a:r>
            <a:r>
              <a:rPr lang="en-IN" dirty="0" err="1"/>
              <a:t>int</a:t>
            </a:r>
            <a:r>
              <a:rPr lang="en-IN" dirty="0"/>
              <a:t> j = i - 1; j &gt;= 1; j--) {</a:t>
            </a:r>
          </a:p>
          <a:p>
            <a:pPr marL="0" indent="0">
              <a:buNone/>
            </a:pPr>
            <a:r>
              <a:rPr lang="en-IN" dirty="0"/>
              <a:t>                </a:t>
            </a:r>
            <a:r>
              <a:rPr lang="en-IN" dirty="0" err="1"/>
              <a:t>System.out.print</a:t>
            </a:r>
            <a:r>
              <a:rPr lang="en-IN" dirty="0"/>
              <a:t>(j);</a:t>
            </a:r>
          </a:p>
          <a:p>
            <a:pPr marL="0" indent="0">
              <a:buNone/>
            </a:pPr>
            <a:r>
              <a:rPr lang="en-IN" dirty="0"/>
              <a:t>            }</a:t>
            </a:r>
          </a:p>
          <a:p>
            <a:pPr marL="0" indent="0">
              <a:buNone/>
            </a:pPr>
            <a:r>
              <a:rPr lang="en-IN" dirty="0"/>
              <a:t>            </a:t>
            </a:r>
            <a:r>
              <a:rPr lang="en-IN" dirty="0" err="1"/>
              <a:t>System.out.println</a:t>
            </a:r>
            <a:r>
              <a:rPr lang="en-IN" dirty="0"/>
              <a:t>();</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70000" lnSpcReduction="20000"/>
          </a:bodyPr>
          <a:lstStyle/>
          <a:p>
            <a:pPr marL="0" indent="0">
              <a:buNone/>
            </a:pPr>
            <a:r>
              <a:rPr lang="en-US" dirty="0"/>
              <a:t>Write a program to convert a binary number to its decimal equivalent</a:t>
            </a:r>
            <a:r>
              <a:rPr lang="en-US" dirty="0" smtClean="0"/>
              <a:t>.</a:t>
            </a:r>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binary = 1011, decimal = 0, power = 0;</a:t>
            </a:r>
          </a:p>
          <a:p>
            <a:pPr marL="0" indent="0">
              <a:buNone/>
            </a:pPr>
            <a:endParaRPr lang="en-IN" dirty="0"/>
          </a:p>
          <a:p>
            <a:pPr marL="0" indent="0">
              <a:buNone/>
            </a:pPr>
            <a:r>
              <a:rPr lang="en-IN" dirty="0"/>
              <a:t>        while (binary &gt; 0) {</a:t>
            </a:r>
          </a:p>
          <a:p>
            <a:pPr marL="0" indent="0">
              <a:buNone/>
            </a:pPr>
            <a:r>
              <a:rPr lang="en-IN" dirty="0"/>
              <a:t>            </a:t>
            </a:r>
            <a:r>
              <a:rPr lang="en-IN" dirty="0" err="1"/>
              <a:t>int</a:t>
            </a:r>
            <a:r>
              <a:rPr lang="en-IN" dirty="0"/>
              <a:t> digit = binary % 10;</a:t>
            </a:r>
          </a:p>
          <a:p>
            <a:pPr marL="0" indent="0">
              <a:buNone/>
            </a:pPr>
            <a:r>
              <a:rPr lang="en-IN" dirty="0"/>
              <a:t>            decimal += digit * </a:t>
            </a:r>
            <a:r>
              <a:rPr lang="en-IN" dirty="0" err="1"/>
              <a:t>Math.pow</a:t>
            </a:r>
            <a:r>
              <a:rPr lang="en-IN" dirty="0"/>
              <a:t>(2, power);</a:t>
            </a:r>
          </a:p>
          <a:p>
            <a:pPr marL="0" indent="0">
              <a:buNone/>
            </a:pPr>
            <a:r>
              <a:rPr lang="en-IN" dirty="0"/>
              <a:t>            power++;</a:t>
            </a:r>
          </a:p>
          <a:p>
            <a:pPr marL="0" indent="0">
              <a:buNone/>
            </a:pPr>
            <a:r>
              <a:rPr lang="en-IN" dirty="0"/>
              <a:t>            binary /= 10;</a:t>
            </a:r>
          </a:p>
          <a:p>
            <a:pPr marL="0" indent="0">
              <a:buNone/>
            </a:pPr>
            <a:r>
              <a:rPr lang="en-IN" dirty="0"/>
              <a:t>        }</a:t>
            </a:r>
          </a:p>
          <a:p>
            <a:pPr marL="0" indent="0">
              <a:buNone/>
            </a:pPr>
            <a:endParaRPr lang="en-IN" dirty="0"/>
          </a:p>
          <a:p>
            <a:pPr marL="0" indent="0">
              <a:buNone/>
            </a:pPr>
            <a:r>
              <a:rPr lang="en-IN" dirty="0"/>
              <a:t>        </a:t>
            </a:r>
            <a:r>
              <a:rPr lang="en-IN" dirty="0" err="1"/>
              <a:t>System.out.println</a:t>
            </a:r>
            <a:r>
              <a:rPr lang="en-IN" dirty="0"/>
              <a:t>("Decimal equivalent: " + decimal);</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40000" lnSpcReduction="20000"/>
          </a:bodyPr>
          <a:lstStyle/>
          <a:p>
            <a:pPr marL="0" indent="0">
              <a:buNone/>
            </a:pPr>
            <a:r>
              <a:rPr lang="en-IN" dirty="0" smtClean="0"/>
              <a:t>Decimal to binary – </a:t>
            </a:r>
          </a:p>
          <a:p>
            <a:pPr marL="0" indent="0">
              <a:buNone/>
            </a:pPr>
            <a:r>
              <a:rPr lang="en-IN" dirty="0"/>
              <a:t>import </a:t>
            </a:r>
            <a:r>
              <a:rPr lang="en-IN" dirty="0" err="1"/>
              <a:t>java.util.Scanner</a:t>
            </a:r>
            <a:r>
              <a:rPr lang="en-IN" dirty="0"/>
              <a:t>;</a:t>
            </a:r>
          </a:p>
          <a:p>
            <a:pPr marL="0" indent="0">
              <a:buNone/>
            </a:pPr>
            <a:endParaRPr lang="en-IN" dirty="0"/>
          </a:p>
          <a:p>
            <a:pPr marL="0" indent="0">
              <a:buNone/>
            </a:pPr>
            <a:r>
              <a:rPr lang="en-IN" dirty="0"/>
              <a:t>public class </a:t>
            </a:r>
            <a:r>
              <a:rPr lang="en-IN" dirty="0" err="1"/>
              <a:t>DecimalToBinary</a:t>
            </a:r>
            <a:r>
              <a:rPr lang="en-IN" dirty="0"/>
              <a:t> {</a:t>
            </a:r>
          </a:p>
          <a:p>
            <a:pPr marL="0" indent="0">
              <a:buNone/>
            </a:pPr>
            <a:r>
              <a:rPr lang="en-IN" dirty="0"/>
              <a:t>    public static void main(String[] </a:t>
            </a:r>
            <a:r>
              <a:rPr lang="en-IN" dirty="0" err="1"/>
              <a:t>args</a:t>
            </a:r>
            <a:r>
              <a:rPr lang="en-IN" dirty="0"/>
              <a:t>) {</a:t>
            </a:r>
          </a:p>
          <a:p>
            <a:pPr marL="0" indent="0">
              <a:buNone/>
            </a:pPr>
            <a:r>
              <a:rPr lang="en-IN" dirty="0"/>
              <a:t>        Scanner </a:t>
            </a:r>
            <a:r>
              <a:rPr lang="en-IN" dirty="0" err="1"/>
              <a:t>scanner</a:t>
            </a:r>
            <a:r>
              <a:rPr lang="en-IN" dirty="0"/>
              <a:t> = new Scanner(System.in);</a:t>
            </a:r>
          </a:p>
          <a:p>
            <a:pPr marL="0" indent="0">
              <a:buNone/>
            </a:pPr>
            <a:endParaRPr lang="en-IN" dirty="0"/>
          </a:p>
          <a:p>
            <a:pPr marL="0" indent="0">
              <a:buNone/>
            </a:pPr>
            <a:r>
              <a:rPr lang="en-IN" dirty="0"/>
              <a:t>        // Input: Decimal number</a:t>
            </a:r>
          </a:p>
          <a:p>
            <a:pPr marL="0" indent="0">
              <a:buNone/>
            </a:pPr>
            <a:r>
              <a:rPr lang="en-IN" dirty="0"/>
              <a:t>        </a:t>
            </a:r>
            <a:r>
              <a:rPr lang="en-IN" dirty="0" err="1"/>
              <a:t>System.out.print</a:t>
            </a:r>
            <a:r>
              <a:rPr lang="en-IN" dirty="0"/>
              <a:t>("Enter a decimal number: ");</a:t>
            </a:r>
          </a:p>
          <a:p>
            <a:pPr marL="0" indent="0">
              <a:buNone/>
            </a:pPr>
            <a:r>
              <a:rPr lang="en-IN" dirty="0"/>
              <a:t>        </a:t>
            </a:r>
            <a:r>
              <a:rPr lang="en-IN" dirty="0" err="1"/>
              <a:t>int</a:t>
            </a:r>
            <a:r>
              <a:rPr lang="en-IN" dirty="0"/>
              <a:t> decimal = </a:t>
            </a:r>
            <a:r>
              <a:rPr lang="en-IN" dirty="0" err="1"/>
              <a:t>scanner.nextInt</a:t>
            </a:r>
            <a:r>
              <a:rPr lang="en-IN" dirty="0"/>
              <a:t>();</a:t>
            </a:r>
          </a:p>
          <a:p>
            <a:pPr marL="0" indent="0">
              <a:buNone/>
            </a:pPr>
            <a:r>
              <a:rPr lang="en-IN" dirty="0"/>
              <a:t>        </a:t>
            </a:r>
            <a:r>
              <a:rPr lang="en-IN" dirty="0" err="1"/>
              <a:t>int</a:t>
            </a:r>
            <a:r>
              <a:rPr lang="en-IN" dirty="0"/>
              <a:t> temp = decimal;</a:t>
            </a:r>
          </a:p>
          <a:p>
            <a:pPr marL="0" indent="0">
              <a:buNone/>
            </a:pPr>
            <a:endParaRPr lang="en-IN" dirty="0"/>
          </a:p>
          <a:p>
            <a:pPr marL="0" indent="0">
              <a:buNone/>
            </a:pPr>
            <a:r>
              <a:rPr lang="en-IN" dirty="0"/>
              <a:t>        // Variable to store binary equivalent</a:t>
            </a:r>
          </a:p>
          <a:p>
            <a:pPr marL="0" indent="0">
              <a:buNone/>
            </a:pPr>
            <a:r>
              <a:rPr lang="en-IN" dirty="0"/>
              <a:t>        String binary = "";</a:t>
            </a:r>
          </a:p>
          <a:p>
            <a:pPr marL="0" indent="0">
              <a:buNone/>
            </a:pPr>
            <a:endParaRPr lang="en-IN" dirty="0"/>
          </a:p>
          <a:p>
            <a:pPr marL="0" indent="0">
              <a:buNone/>
            </a:pPr>
            <a:r>
              <a:rPr lang="en-IN" dirty="0"/>
              <a:t>        // Convert decimal to binary</a:t>
            </a:r>
          </a:p>
          <a:p>
            <a:pPr marL="0" indent="0">
              <a:buNone/>
            </a:pPr>
            <a:r>
              <a:rPr lang="en-IN" dirty="0"/>
              <a:t>        while (temp &gt; 0) {</a:t>
            </a:r>
          </a:p>
          <a:p>
            <a:pPr marL="0" indent="0">
              <a:buNone/>
            </a:pPr>
            <a:r>
              <a:rPr lang="en-IN" dirty="0"/>
              <a:t>            </a:t>
            </a:r>
            <a:r>
              <a:rPr lang="en-IN" dirty="0" err="1"/>
              <a:t>int</a:t>
            </a:r>
            <a:r>
              <a:rPr lang="en-IN" dirty="0"/>
              <a:t> remainder = temp % 2;</a:t>
            </a:r>
          </a:p>
          <a:p>
            <a:pPr marL="0" indent="0">
              <a:buNone/>
            </a:pPr>
            <a:r>
              <a:rPr lang="en-IN" dirty="0"/>
              <a:t>            binary = remainder + binary; // Add remainder to the left of the binary string</a:t>
            </a:r>
          </a:p>
          <a:p>
            <a:pPr marL="0" indent="0">
              <a:buNone/>
            </a:pPr>
            <a:r>
              <a:rPr lang="en-IN" dirty="0"/>
              <a:t>            temp /= 2; // Divide by 2</a:t>
            </a:r>
          </a:p>
          <a:p>
            <a:pPr marL="0" indent="0">
              <a:buNone/>
            </a:pPr>
            <a:r>
              <a:rPr lang="en-IN" dirty="0"/>
              <a:t>        }</a:t>
            </a:r>
          </a:p>
          <a:p>
            <a:pPr marL="0" indent="0">
              <a:buNone/>
            </a:pPr>
            <a:endParaRPr lang="en-IN" dirty="0"/>
          </a:p>
          <a:p>
            <a:pPr marL="0" indent="0">
              <a:buNone/>
            </a:pPr>
            <a:r>
              <a:rPr lang="en-IN" dirty="0"/>
              <a:t>        // Output: Binary equivalent</a:t>
            </a:r>
          </a:p>
          <a:p>
            <a:pPr marL="0" indent="0">
              <a:buNone/>
            </a:pPr>
            <a:r>
              <a:rPr lang="en-IN" dirty="0"/>
              <a:t>        </a:t>
            </a:r>
            <a:r>
              <a:rPr lang="en-IN" dirty="0" err="1"/>
              <a:t>System.out.println</a:t>
            </a:r>
            <a:r>
              <a:rPr lang="en-IN" dirty="0"/>
              <a:t>("Binary equivalent of " + decimal + " is: " + binary);</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303178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32500" lnSpcReduction="20000"/>
          </a:bodyPr>
          <a:lstStyle/>
          <a:p>
            <a:r>
              <a:rPr lang="en-US" b="1" dirty="0"/>
              <a:t>Objective:</a:t>
            </a:r>
          </a:p>
          <a:p>
            <a:r>
              <a:rPr lang="en-US" dirty="0"/>
              <a:t>Design a menu-driven program for a pizza shop that allows customers to place an order, select different pizzas, sizes, and toppings, and calculates the total cost of the order. The program should also provide an option for the customer to place multiple orders in a single session.</a:t>
            </a:r>
          </a:p>
          <a:p>
            <a:r>
              <a:rPr lang="en-US" b="1" dirty="0"/>
              <a:t>Requirements:</a:t>
            </a:r>
          </a:p>
          <a:p>
            <a:r>
              <a:rPr lang="en-US" b="1" dirty="0"/>
              <a:t>Pizza Menu</a:t>
            </a:r>
            <a:r>
              <a:rPr lang="en-US" dirty="0"/>
              <a:t>:</a:t>
            </a:r>
          </a:p>
          <a:p>
            <a:pPr lvl="1"/>
            <a:r>
              <a:rPr lang="en-US" dirty="0"/>
              <a:t>The customer should be able to choose from the following pizza types:</a:t>
            </a:r>
          </a:p>
          <a:p>
            <a:pPr lvl="2"/>
            <a:r>
              <a:rPr lang="en-US" dirty="0" err="1"/>
              <a:t>Margherita</a:t>
            </a:r>
            <a:r>
              <a:rPr lang="en-US" dirty="0"/>
              <a:t> - $8</a:t>
            </a:r>
          </a:p>
          <a:p>
            <a:pPr lvl="2"/>
            <a:r>
              <a:rPr lang="en-US" dirty="0"/>
              <a:t>Pepperoni - $10</a:t>
            </a:r>
          </a:p>
          <a:p>
            <a:pPr lvl="2"/>
            <a:r>
              <a:rPr lang="en-US" dirty="0"/>
              <a:t>Veggie - $9</a:t>
            </a:r>
          </a:p>
          <a:p>
            <a:pPr lvl="2"/>
            <a:r>
              <a:rPr lang="en-US" dirty="0"/>
              <a:t>BBQ Chicken - $12</a:t>
            </a:r>
          </a:p>
          <a:p>
            <a:r>
              <a:rPr lang="en-US" b="1" dirty="0"/>
              <a:t>Pizza Size</a:t>
            </a:r>
            <a:r>
              <a:rPr lang="en-US" dirty="0"/>
              <a:t>:</a:t>
            </a:r>
          </a:p>
          <a:p>
            <a:pPr lvl="1"/>
            <a:r>
              <a:rPr lang="en-US" dirty="0"/>
              <a:t>After selecting the pizza type, the customer can choose the size of the pizza:</a:t>
            </a:r>
          </a:p>
          <a:p>
            <a:pPr lvl="2"/>
            <a:r>
              <a:rPr lang="en-US" dirty="0"/>
              <a:t>Small - $2</a:t>
            </a:r>
          </a:p>
          <a:p>
            <a:pPr lvl="2"/>
            <a:r>
              <a:rPr lang="en-US" dirty="0"/>
              <a:t>Medium - $4</a:t>
            </a:r>
          </a:p>
          <a:p>
            <a:pPr lvl="2"/>
            <a:r>
              <a:rPr lang="en-US" dirty="0"/>
              <a:t>Large - $6</a:t>
            </a:r>
          </a:p>
          <a:p>
            <a:r>
              <a:rPr lang="en-US" b="1" dirty="0"/>
              <a:t>Toppings</a:t>
            </a:r>
            <a:r>
              <a:rPr lang="en-US" dirty="0"/>
              <a:t>:</a:t>
            </a:r>
          </a:p>
          <a:p>
            <a:pPr lvl="1"/>
            <a:r>
              <a:rPr lang="en-US" dirty="0"/>
              <a:t>The customer can select multiple toppings from the following options:</a:t>
            </a:r>
          </a:p>
          <a:p>
            <a:pPr lvl="2"/>
            <a:r>
              <a:rPr lang="en-US" dirty="0"/>
              <a:t>Cheese - $1</a:t>
            </a:r>
          </a:p>
          <a:p>
            <a:pPr lvl="2"/>
            <a:r>
              <a:rPr lang="en-US" dirty="0"/>
              <a:t>Olives - $1.5</a:t>
            </a:r>
          </a:p>
          <a:p>
            <a:pPr lvl="2"/>
            <a:r>
              <a:rPr lang="en-US" dirty="0"/>
              <a:t>Mushrooms - $2</a:t>
            </a:r>
          </a:p>
          <a:p>
            <a:pPr lvl="2"/>
            <a:r>
              <a:rPr lang="en-US" dirty="0"/>
              <a:t>Bacon - $3</a:t>
            </a:r>
          </a:p>
          <a:p>
            <a:pPr lvl="1"/>
            <a:r>
              <a:rPr lang="en-US" dirty="0"/>
              <a:t>The customer can choose to stop adding toppings by selecting "No more toppings."</a:t>
            </a:r>
          </a:p>
          <a:p>
            <a:r>
              <a:rPr lang="en-US" b="1" dirty="0"/>
              <a:t>Order Calculation</a:t>
            </a:r>
            <a:r>
              <a:rPr lang="en-US" dirty="0"/>
              <a:t>:</a:t>
            </a:r>
          </a:p>
          <a:p>
            <a:pPr lvl="1"/>
            <a:r>
              <a:rPr lang="en-US" dirty="0"/>
              <a:t>The program should calculate the total cost based on the pizza type, size, and toppings selected.</a:t>
            </a:r>
          </a:p>
          <a:p>
            <a:pPr lvl="1"/>
            <a:r>
              <a:rPr lang="en-US" dirty="0"/>
              <a:t>Display the final total cost of the order after all selections are made.</a:t>
            </a:r>
          </a:p>
          <a:p>
            <a:r>
              <a:rPr lang="en-US" b="1" dirty="0"/>
              <a:t>Order Summary</a:t>
            </a:r>
            <a:r>
              <a:rPr lang="en-US" dirty="0"/>
              <a:t>:</a:t>
            </a:r>
          </a:p>
          <a:p>
            <a:pPr lvl="1"/>
            <a:r>
              <a:rPr lang="en-US" dirty="0"/>
              <a:t>After the order is placed, the system should display the total amount due.</a:t>
            </a:r>
          </a:p>
          <a:p>
            <a:pPr lvl="1"/>
            <a:r>
              <a:rPr lang="en-US" dirty="0"/>
              <a:t>The system should prompt the user if they wish to place another order or exit.</a:t>
            </a:r>
          </a:p>
          <a:p>
            <a:r>
              <a:rPr lang="en-US" b="1" dirty="0"/>
              <a:t>Program Flow</a:t>
            </a:r>
            <a:r>
              <a:rPr lang="en-US" dirty="0"/>
              <a:t>:</a:t>
            </a:r>
          </a:p>
          <a:p>
            <a:pPr lvl="1"/>
            <a:r>
              <a:rPr lang="en-US" dirty="0"/>
              <a:t>The program should run until the customer chooses to exit.</a:t>
            </a:r>
          </a:p>
          <a:p>
            <a:pPr lvl="1"/>
            <a:r>
              <a:rPr lang="en-US" dirty="0"/>
              <a:t>Each customer’s order should be processed separately, and the total amount should be calculated and displayed after each order.</a:t>
            </a:r>
          </a:p>
          <a:p>
            <a:pPr lvl="1"/>
            <a:r>
              <a:rPr lang="en-US" dirty="0"/>
              <a:t>The program should allow for multiple orders in a session.</a:t>
            </a:r>
          </a:p>
          <a:p>
            <a:r>
              <a:rPr lang="en-US" b="1" dirty="0"/>
              <a:t>Functionalities:</a:t>
            </a:r>
          </a:p>
          <a:p>
            <a:r>
              <a:rPr lang="en-US" dirty="0"/>
              <a:t>Display the pizza menu with options for the customer to choose from.</a:t>
            </a:r>
          </a:p>
          <a:p>
            <a:r>
              <a:rPr lang="en-US" dirty="0"/>
              <a:t>Allow the customer to select the size and toppings for the pizza.</a:t>
            </a:r>
          </a:p>
          <a:p>
            <a:r>
              <a:rPr lang="en-US" dirty="0"/>
              <a:t>Calculate the total price based on selected pizza, size, and toppings.</a:t>
            </a:r>
          </a:p>
          <a:p>
            <a:r>
              <a:rPr lang="en-US" dirty="0"/>
              <a:t>Display the total cost and ask if the customer wants to order more or exit.</a:t>
            </a:r>
          </a:p>
          <a:p>
            <a:endParaRPr lang="en-IN" dirty="0"/>
          </a:p>
        </p:txBody>
      </p:sp>
    </p:spTree>
    <p:extLst>
      <p:ext uri="{BB962C8B-B14F-4D97-AF65-F5344CB8AC3E}">
        <p14:creationId xmlns:p14="http://schemas.microsoft.com/office/powerpoint/2010/main" val="20303178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32500" lnSpcReduction="20000"/>
          </a:bodyPr>
          <a:lstStyle/>
          <a:p>
            <a:pPr marL="0" indent="0">
              <a:buNone/>
            </a:pPr>
            <a:r>
              <a:rPr lang="en-IN" dirty="0" smtClean="0"/>
              <a:t>Sample input and output- </a:t>
            </a:r>
          </a:p>
          <a:p>
            <a:pPr marL="0" indent="0">
              <a:buNone/>
            </a:pPr>
            <a:r>
              <a:rPr lang="en-US" dirty="0"/>
              <a:t>Enter your choice (1-5): 2</a:t>
            </a:r>
          </a:p>
          <a:p>
            <a:pPr marL="0" indent="0">
              <a:buNone/>
            </a:pPr>
            <a:r>
              <a:rPr lang="en-US" dirty="0"/>
              <a:t>You selected Pepperoni Pizza.</a:t>
            </a:r>
          </a:p>
          <a:p>
            <a:pPr marL="0" indent="0">
              <a:buNone/>
            </a:pPr>
            <a:endParaRPr lang="en-US" dirty="0"/>
          </a:p>
          <a:p>
            <a:pPr marL="0" indent="0">
              <a:buNone/>
            </a:pPr>
            <a:r>
              <a:rPr lang="en-US" dirty="0"/>
              <a:t>Select the size of your pizza:</a:t>
            </a:r>
          </a:p>
          <a:p>
            <a:pPr marL="0" indent="0">
              <a:buNone/>
            </a:pPr>
            <a:r>
              <a:rPr lang="en-US" dirty="0"/>
              <a:t>1. Small - $2</a:t>
            </a:r>
          </a:p>
          <a:p>
            <a:pPr marL="0" indent="0">
              <a:buNone/>
            </a:pPr>
            <a:r>
              <a:rPr lang="en-US" dirty="0"/>
              <a:t>2. Medium - $4</a:t>
            </a:r>
          </a:p>
          <a:p>
            <a:pPr marL="0" indent="0">
              <a:buNone/>
            </a:pPr>
            <a:r>
              <a:rPr lang="en-US" dirty="0"/>
              <a:t>3. Large - $6</a:t>
            </a:r>
          </a:p>
          <a:p>
            <a:pPr marL="0" indent="0">
              <a:buNone/>
            </a:pPr>
            <a:r>
              <a:rPr lang="en-US" dirty="0"/>
              <a:t>Enter your choice (1-3): 3</a:t>
            </a:r>
          </a:p>
          <a:p>
            <a:pPr marL="0" indent="0">
              <a:buNone/>
            </a:pPr>
            <a:r>
              <a:rPr lang="en-US" dirty="0"/>
              <a:t>You selected Large size.</a:t>
            </a:r>
          </a:p>
          <a:p>
            <a:pPr marL="0" indent="0">
              <a:buNone/>
            </a:pPr>
            <a:endParaRPr lang="en-US" dirty="0"/>
          </a:p>
          <a:p>
            <a:pPr marL="0" indent="0">
              <a:buNone/>
            </a:pPr>
            <a:r>
              <a:rPr lang="en-US" dirty="0"/>
              <a:t>Do you want to add toppings?</a:t>
            </a:r>
          </a:p>
          <a:p>
            <a:pPr marL="0" indent="0">
              <a:buNone/>
            </a:pPr>
            <a:r>
              <a:rPr lang="en-US" dirty="0"/>
              <a:t>1. Cheese - $1</a:t>
            </a:r>
          </a:p>
          <a:p>
            <a:pPr marL="0" indent="0">
              <a:buNone/>
            </a:pPr>
            <a:r>
              <a:rPr lang="en-US" dirty="0"/>
              <a:t>2. Olives - $1.5</a:t>
            </a:r>
          </a:p>
          <a:p>
            <a:pPr marL="0" indent="0">
              <a:buNone/>
            </a:pPr>
            <a:r>
              <a:rPr lang="en-US" dirty="0"/>
              <a:t>3. Mushrooms - $2</a:t>
            </a:r>
          </a:p>
          <a:p>
            <a:pPr marL="0" indent="0">
              <a:buNone/>
            </a:pPr>
            <a:r>
              <a:rPr lang="en-US" dirty="0"/>
              <a:t>4. Bacon - $3</a:t>
            </a:r>
          </a:p>
          <a:p>
            <a:pPr marL="0" indent="0">
              <a:buNone/>
            </a:pPr>
            <a:r>
              <a:rPr lang="en-US" dirty="0"/>
              <a:t>5. No more toppings</a:t>
            </a:r>
          </a:p>
          <a:p>
            <a:pPr marL="0" indent="0">
              <a:buNone/>
            </a:pPr>
            <a:r>
              <a:rPr lang="en-US" dirty="0"/>
              <a:t>Enter your topping choice (1-5): 1</a:t>
            </a:r>
          </a:p>
          <a:p>
            <a:pPr marL="0" indent="0">
              <a:buNone/>
            </a:pPr>
            <a:r>
              <a:rPr lang="en-US" dirty="0"/>
              <a:t>You added Cheese.</a:t>
            </a:r>
          </a:p>
          <a:p>
            <a:pPr marL="0" indent="0">
              <a:buNone/>
            </a:pPr>
            <a:endParaRPr lang="en-US" dirty="0"/>
          </a:p>
          <a:p>
            <a:pPr marL="0" indent="0">
              <a:buNone/>
            </a:pPr>
            <a:r>
              <a:rPr lang="en-US" dirty="0"/>
              <a:t>Enter your topping choice (1-5): 4</a:t>
            </a:r>
          </a:p>
          <a:p>
            <a:pPr marL="0" indent="0">
              <a:buNone/>
            </a:pPr>
            <a:r>
              <a:rPr lang="en-US" dirty="0"/>
              <a:t>You added Bacon.</a:t>
            </a:r>
          </a:p>
          <a:p>
            <a:pPr marL="0" indent="0">
              <a:buNone/>
            </a:pPr>
            <a:endParaRPr lang="en-US" dirty="0"/>
          </a:p>
          <a:p>
            <a:pPr marL="0" indent="0">
              <a:buNone/>
            </a:pPr>
            <a:r>
              <a:rPr lang="en-US" dirty="0"/>
              <a:t>Your total cost is: $21.00</a:t>
            </a:r>
          </a:p>
          <a:p>
            <a:pPr marL="0" indent="0">
              <a:buNone/>
            </a:pPr>
            <a:endParaRPr lang="en-US" dirty="0"/>
          </a:p>
          <a:p>
            <a:pPr marL="0" indent="0">
              <a:buNone/>
            </a:pPr>
            <a:r>
              <a:rPr lang="en-US" dirty="0"/>
              <a:t>Would you like to order another pizza?</a:t>
            </a:r>
          </a:p>
          <a:p>
            <a:pPr marL="0" indent="0">
              <a:buNone/>
            </a:pPr>
            <a:r>
              <a:rPr lang="en-US" dirty="0"/>
              <a:t>1. Yes</a:t>
            </a:r>
          </a:p>
          <a:p>
            <a:pPr marL="0" indent="0">
              <a:buNone/>
            </a:pPr>
            <a:r>
              <a:rPr lang="en-US" dirty="0"/>
              <a:t>2. No</a:t>
            </a:r>
          </a:p>
          <a:p>
            <a:pPr marL="0" indent="0">
              <a:buNone/>
            </a:pPr>
            <a:r>
              <a:rPr lang="en-US" dirty="0"/>
              <a:t>Enter your choice (1-2): 2</a:t>
            </a:r>
          </a:p>
          <a:p>
            <a:pPr marL="0" indent="0">
              <a:buNone/>
            </a:pPr>
            <a:r>
              <a:rPr lang="en-US" dirty="0"/>
              <a:t>Thank you for your order!</a:t>
            </a:r>
          </a:p>
          <a:p>
            <a:pPr marL="0" indent="0">
              <a:buNone/>
            </a:pPr>
            <a:endParaRPr lang="en-IN" dirty="0"/>
          </a:p>
        </p:txBody>
      </p:sp>
    </p:spTree>
    <p:extLst>
      <p:ext uri="{BB962C8B-B14F-4D97-AF65-F5344CB8AC3E}">
        <p14:creationId xmlns:p14="http://schemas.microsoft.com/office/powerpoint/2010/main" val="2405886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r>
              <a:rPr lang="en-US" b="1" dirty="0"/>
              <a:t>Constraints:</a:t>
            </a:r>
          </a:p>
          <a:p>
            <a:r>
              <a:rPr lang="en-US" dirty="0"/>
              <a:t>The customer should only be able to select valid choices from the menu. Invalid choices should be handled properly.</a:t>
            </a:r>
          </a:p>
          <a:p>
            <a:r>
              <a:rPr lang="en-US" dirty="0"/>
              <a:t>The program should not allow negative or zero values for any price component.</a:t>
            </a:r>
          </a:p>
          <a:p>
            <a:r>
              <a:rPr lang="en-US" dirty="0"/>
              <a:t>The program should continue running until the customer explicitly chooses to exit.</a:t>
            </a:r>
          </a:p>
          <a:p>
            <a:endParaRPr lang="en-IN" dirty="0"/>
          </a:p>
        </p:txBody>
      </p:sp>
    </p:spTree>
    <p:extLst>
      <p:ext uri="{BB962C8B-B14F-4D97-AF65-F5344CB8AC3E}">
        <p14:creationId xmlns:p14="http://schemas.microsoft.com/office/powerpoint/2010/main" val="37888607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32500" lnSpcReduction="20000"/>
          </a:bodyPr>
          <a:lstStyle/>
          <a:p>
            <a:pPr marL="0" indent="0">
              <a:buNone/>
            </a:pPr>
            <a:r>
              <a:rPr lang="en-IN" dirty="0"/>
              <a:t>import </a:t>
            </a:r>
            <a:r>
              <a:rPr lang="en-IN" dirty="0" err="1"/>
              <a:t>java.util.Scanner</a:t>
            </a:r>
            <a:r>
              <a:rPr lang="en-IN" dirty="0"/>
              <a:t>;</a:t>
            </a:r>
          </a:p>
          <a:p>
            <a:pPr marL="0" indent="0">
              <a:buNone/>
            </a:pPr>
            <a:endParaRPr lang="en-IN" dirty="0"/>
          </a:p>
          <a:p>
            <a:pPr marL="0" indent="0">
              <a:buNone/>
            </a:pPr>
            <a:r>
              <a:rPr lang="en-IN" dirty="0"/>
              <a:t>public class </a:t>
            </a:r>
            <a:r>
              <a:rPr lang="en-IN" dirty="0" err="1"/>
              <a:t>PizzaShop</a:t>
            </a:r>
            <a:r>
              <a:rPr lang="en-IN" dirty="0"/>
              <a:t> {</a:t>
            </a:r>
          </a:p>
          <a:p>
            <a:pPr marL="0" indent="0">
              <a:buNone/>
            </a:pPr>
            <a:r>
              <a:rPr lang="en-IN" dirty="0"/>
              <a:t>    public static void main(String[] </a:t>
            </a:r>
            <a:r>
              <a:rPr lang="en-IN" dirty="0" err="1"/>
              <a:t>args</a:t>
            </a:r>
            <a:r>
              <a:rPr lang="en-IN" dirty="0"/>
              <a:t>) {</a:t>
            </a:r>
          </a:p>
          <a:p>
            <a:pPr marL="0" indent="0">
              <a:buNone/>
            </a:pPr>
            <a:r>
              <a:rPr lang="en-IN" dirty="0"/>
              <a:t>        Scanner </a:t>
            </a:r>
            <a:r>
              <a:rPr lang="en-IN" dirty="0" err="1"/>
              <a:t>scanner</a:t>
            </a:r>
            <a:r>
              <a:rPr lang="en-IN" dirty="0"/>
              <a:t> = new Scanner(System.in);</a:t>
            </a:r>
          </a:p>
          <a:p>
            <a:pPr marL="0" indent="0">
              <a:buNone/>
            </a:pPr>
            <a:endParaRPr lang="en-IN" dirty="0"/>
          </a:p>
          <a:p>
            <a:pPr marL="0" indent="0">
              <a:buNone/>
            </a:pPr>
            <a:r>
              <a:rPr lang="en-IN" dirty="0"/>
              <a:t>        // Variables for customer order</a:t>
            </a:r>
          </a:p>
          <a:p>
            <a:pPr marL="0" indent="0">
              <a:buNone/>
            </a:pPr>
            <a:r>
              <a:rPr lang="en-IN" dirty="0"/>
              <a:t>        </a:t>
            </a:r>
            <a:r>
              <a:rPr lang="en-IN" dirty="0" err="1"/>
              <a:t>int</a:t>
            </a:r>
            <a:r>
              <a:rPr lang="en-IN" dirty="0"/>
              <a:t> </a:t>
            </a:r>
            <a:r>
              <a:rPr lang="en-IN" dirty="0" err="1"/>
              <a:t>pizzaChoice</a:t>
            </a:r>
            <a:r>
              <a:rPr lang="en-IN" dirty="0"/>
              <a:t> = 0, </a:t>
            </a:r>
            <a:r>
              <a:rPr lang="en-IN" dirty="0" err="1"/>
              <a:t>sizeChoice</a:t>
            </a:r>
            <a:r>
              <a:rPr lang="en-IN" dirty="0"/>
              <a:t> = 0, </a:t>
            </a:r>
            <a:r>
              <a:rPr lang="en-IN" dirty="0" err="1"/>
              <a:t>toppingChoice</a:t>
            </a:r>
            <a:r>
              <a:rPr lang="en-IN" dirty="0"/>
              <a:t> = 0;</a:t>
            </a:r>
          </a:p>
          <a:p>
            <a:pPr marL="0" indent="0">
              <a:buNone/>
            </a:pPr>
            <a:r>
              <a:rPr lang="en-IN" dirty="0"/>
              <a:t>        double </a:t>
            </a:r>
            <a:r>
              <a:rPr lang="en-IN" dirty="0" err="1"/>
              <a:t>pizzaPrice</a:t>
            </a:r>
            <a:r>
              <a:rPr lang="en-IN" dirty="0"/>
              <a:t> = 0, </a:t>
            </a:r>
            <a:r>
              <a:rPr lang="en-IN" dirty="0" err="1"/>
              <a:t>sizePrice</a:t>
            </a:r>
            <a:r>
              <a:rPr lang="en-IN" dirty="0"/>
              <a:t> = 0, </a:t>
            </a:r>
            <a:r>
              <a:rPr lang="en-IN" dirty="0" err="1"/>
              <a:t>toppingPrice</a:t>
            </a:r>
            <a:r>
              <a:rPr lang="en-IN" dirty="0"/>
              <a:t> = 0, </a:t>
            </a:r>
            <a:r>
              <a:rPr lang="en-IN" dirty="0" err="1"/>
              <a:t>totalCost</a:t>
            </a:r>
            <a:r>
              <a:rPr lang="en-IN" dirty="0"/>
              <a:t> = 0;</a:t>
            </a:r>
          </a:p>
          <a:p>
            <a:pPr marL="0" indent="0">
              <a:buNone/>
            </a:pPr>
            <a:r>
              <a:rPr lang="en-IN" dirty="0"/>
              <a:t>        </a:t>
            </a:r>
            <a:r>
              <a:rPr lang="en-IN" dirty="0" err="1"/>
              <a:t>boolean</a:t>
            </a:r>
            <a:r>
              <a:rPr lang="en-IN" dirty="0"/>
              <a:t> </a:t>
            </a:r>
            <a:r>
              <a:rPr lang="en-IN" dirty="0" err="1"/>
              <a:t>addMoreToppings</a:t>
            </a:r>
            <a:r>
              <a:rPr lang="en-IN" dirty="0"/>
              <a:t> = true;</a:t>
            </a:r>
          </a:p>
          <a:p>
            <a:pPr marL="0" indent="0">
              <a:buNone/>
            </a:pPr>
            <a:endParaRPr lang="en-IN" dirty="0"/>
          </a:p>
          <a:p>
            <a:pPr marL="0" indent="0">
              <a:buNone/>
            </a:pPr>
            <a:r>
              <a:rPr lang="en-IN" dirty="0"/>
              <a:t>        // Display Pizza Menu</a:t>
            </a:r>
          </a:p>
          <a:p>
            <a:pPr marL="0" indent="0">
              <a:buNone/>
            </a:pPr>
            <a:r>
              <a:rPr lang="en-IN" dirty="0"/>
              <a:t>        </a:t>
            </a:r>
            <a:r>
              <a:rPr lang="en-IN" dirty="0" err="1"/>
              <a:t>System.out.println</a:t>
            </a:r>
            <a:r>
              <a:rPr lang="en-IN" dirty="0"/>
              <a:t>("Welcome to the Pizza Shop!");</a:t>
            </a:r>
          </a:p>
          <a:p>
            <a:pPr marL="0" indent="0">
              <a:buNone/>
            </a:pPr>
            <a:r>
              <a:rPr lang="en-IN" dirty="0"/>
              <a:t>        while (true) {</a:t>
            </a:r>
          </a:p>
          <a:p>
            <a:pPr marL="0" indent="0">
              <a:buNone/>
            </a:pPr>
            <a:r>
              <a:rPr lang="en-IN" dirty="0"/>
              <a:t>            </a:t>
            </a:r>
            <a:r>
              <a:rPr lang="en-IN" dirty="0" err="1"/>
              <a:t>System.out.println</a:t>
            </a:r>
            <a:r>
              <a:rPr lang="en-IN" dirty="0"/>
              <a:t>("\</a:t>
            </a:r>
            <a:r>
              <a:rPr lang="en-IN" dirty="0" err="1"/>
              <a:t>nSelect</a:t>
            </a:r>
            <a:r>
              <a:rPr lang="en-IN" dirty="0"/>
              <a:t> your pizza:");</a:t>
            </a:r>
          </a:p>
          <a:p>
            <a:pPr marL="0" indent="0">
              <a:buNone/>
            </a:pPr>
            <a:r>
              <a:rPr lang="en-IN" dirty="0"/>
              <a:t>            </a:t>
            </a:r>
            <a:r>
              <a:rPr lang="en-IN" dirty="0" err="1"/>
              <a:t>System.out.println</a:t>
            </a:r>
            <a:r>
              <a:rPr lang="en-IN" dirty="0"/>
              <a:t>("1. </a:t>
            </a:r>
            <a:r>
              <a:rPr lang="en-IN" dirty="0" err="1"/>
              <a:t>Margherita</a:t>
            </a:r>
            <a:r>
              <a:rPr lang="en-IN" dirty="0"/>
              <a:t> - $8");</a:t>
            </a:r>
          </a:p>
          <a:p>
            <a:pPr marL="0" indent="0">
              <a:buNone/>
            </a:pPr>
            <a:r>
              <a:rPr lang="en-IN" dirty="0"/>
              <a:t>            </a:t>
            </a:r>
            <a:r>
              <a:rPr lang="en-IN" dirty="0" err="1"/>
              <a:t>System.out.println</a:t>
            </a:r>
            <a:r>
              <a:rPr lang="en-IN" dirty="0"/>
              <a:t>("2. Pepperoni - $10");</a:t>
            </a:r>
          </a:p>
          <a:p>
            <a:pPr marL="0" indent="0">
              <a:buNone/>
            </a:pPr>
            <a:r>
              <a:rPr lang="en-IN" dirty="0"/>
              <a:t>            </a:t>
            </a:r>
            <a:r>
              <a:rPr lang="en-IN" dirty="0" err="1"/>
              <a:t>System.out.println</a:t>
            </a:r>
            <a:r>
              <a:rPr lang="en-IN" dirty="0"/>
              <a:t>("3. Veggie - $9");</a:t>
            </a:r>
          </a:p>
          <a:p>
            <a:pPr marL="0" indent="0">
              <a:buNone/>
            </a:pPr>
            <a:r>
              <a:rPr lang="en-IN" dirty="0"/>
              <a:t>            </a:t>
            </a:r>
            <a:r>
              <a:rPr lang="en-IN" dirty="0" err="1"/>
              <a:t>System.out.println</a:t>
            </a:r>
            <a:r>
              <a:rPr lang="en-IN" dirty="0"/>
              <a:t>("4. BBQ Chicken - $12");</a:t>
            </a:r>
          </a:p>
          <a:p>
            <a:pPr marL="0" indent="0">
              <a:buNone/>
            </a:pPr>
            <a:r>
              <a:rPr lang="en-IN" dirty="0"/>
              <a:t>            </a:t>
            </a:r>
            <a:r>
              <a:rPr lang="en-IN" dirty="0" err="1"/>
              <a:t>System.out.println</a:t>
            </a:r>
            <a:r>
              <a:rPr lang="en-IN" dirty="0"/>
              <a:t>("5. Exit");</a:t>
            </a:r>
          </a:p>
          <a:p>
            <a:pPr marL="0" indent="0">
              <a:buNone/>
            </a:pPr>
            <a:endParaRPr lang="en-IN" dirty="0"/>
          </a:p>
          <a:p>
            <a:pPr marL="0" indent="0">
              <a:buNone/>
            </a:pPr>
            <a:r>
              <a:rPr lang="en-IN" dirty="0"/>
              <a:t>            </a:t>
            </a:r>
            <a:r>
              <a:rPr lang="en-IN" dirty="0" err="1"/>
              <a:t>System.out.print</a:t>
            </a:r>
            <a:r>
              <a:rPr lang="en-IN" dirty="0"/>
              <a:t>("Enter your choice (1-5): ");</a:t>
            </a:r>
          </a:p>
          <a:p>
            <a:pPr marL="0" indent="0">
              <a:buNone/>
            </a:pPr>
            <a:r>
              <a:rPr lang="en-IN" dirty="0"/>
              <a:t>            </a:t>
            </a:r>
            <a:r>
              <a:rPr lang="en-IN" dirty="0" err="1"/>
              <a:t>pizzaChoice</a:t>
            </a:r>
            <a:r>
              <a:rPr lang="en-IN" dirty="0"/>
              <a:t> = </a:t>
            </a:r>
            <a:r>
              <a:rPr lang="en-IN" dirty="0" err="1"/>
              <a:t>scanner.nextInt</a:t>
            </a:r>
            <a:r>
              <a:rPr lang="en-IN" dirty="0"/>
              <a:t>();</a:t>
            </a:r>
          </a:p>
          <a:p>
            <a:pPr marL="0" indent="0">
              <a:buNone/>
            </a:pPr>
            <a:endParaRPr lang="en-IN" dirty="0"/>
          </a:p>
          <a:p>
            <a:pPr marL="0" indent="0">
              <a:buNone/>
            </a:pPr>
            <a:r>
              <a:rPr lang="en-IN" dirty="0"/>
              <a:t>            if (</a:t>
            </a:r>
            <a:r>
              <a:rPr lang="en-IN" dirty="0" err="1"/>
              <a:t>pizzaChoice</a:t>
            </a:r>
            <a:r>
              <a:rPr lang="en-IN" dirty="0"/>
              <a:t> == 5) {</a:t>
            </a:r>
          </a:p>
          <a:p>
            <a:pPr marL="0" indent="0">
              <a:buNone/>
            </a:pPr>
            <a:r>
              <a:rPr lang="en-IN" dirty="0"/>
              <a:t>                </a:t>
            </a:r>
            <a:r>
              <a:rPr lang="en-IN" dirty="0" err="1"/>
              <a:t>System.out.println</a:t>
            </a:r>
            <a:r>
              <a:rPr lang="en-IN" dirty="0"/>
              <a:t>("Thank you for visiting Pizza Shop!");</a:t>
            </a:r>
          </a:p>
          <a:p>
            <a:pPr marL="0" indent="0">
              <a:buNone/>
            </a:pPr>
            <a:r>
              <a:rPr lang="en-IN" dirty="0"/>
              <a:t>                break;  // Exit the program</a:t>
            </a:r>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37888607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32500" lnSpcReduction="20000"/>
          </a:bodyPr>
          <a:lstStyle/>
          <a:p>
            <a:pPr marL="0" indent="0">
              <a:buNone/>
            </a:pPr>
            <a:endParaRPr lang="en-IN" dirty="0"/>
          </a:p>
          <a:p>
            <a:pPr marL="0" indent="0">
              <a:buNone/>
            </a:pPr>
            <a:r>
              <a:rPr lang="en-IN" dirty="0"/>
              <a:t>            switch (</a:t>
            </a:r>
            <a:r>
              <a:rPr lang="en-IN" dirty="0" err="1"/>
              <a:t>pizzaChoice</a:t>
            </a:r>
            <a:r>
              <a:rPr lang="en-IN" dirty="0"/>
              <a:t>) {</a:t>
            </a:r>
          </a:p>
          <a:p>
            <a:pPr marL="0" indent="0">
              <a:buNone/>
            </a:pPr>
            <a:r>
              <a:rPr lang="en-IN" dirty="0"/>
              <a:t>                case 1:</a:t>
            </a:r>
          </a:p>
          <a:p>
            <a:pPr marL="0" indent="0">
              <a:buNone/>
            </a:pPr>
            <a:r>
              <a:rPr lang="en-IN" dirty="0"/>
              <a:t>                    </a:t>
            </a:r>
            <a:r>
              <a:rPr lang="en-IN" dirty="0" err="1"/>
              <a:t>pizzaPrice</a:t>
            </a:r>
            <a:r>
              <a:rPr lang="en-IN" dirty="0"/>
              <a:t> = 8;</a:t>
            </a:r>
          </a:p>
          <a:p>
            <a:pPr marL="0" indent="0">
              <a:buNone/>
            </a:pPr>
            <a:r>
              <a:rPr lang="en-IN" dirty="0"/>
              <a:t>                    </a:t>
            </a:r>
            <a:r>
              <a:rPr lang="en-IN" dirty="0" err="1"/>
              <a:t>System.out.println</a:t>
            </a:r>
            <a:r>
              <a:rPr lang="en-IN" dirty="0"/>
              <a:t>("You selected </a:t>
            </a:r>
            <a:r>
              <a:rPr lang="en-IN" dirty="0" err="1"/>
              <a:t>Margherita</a:t>
            </a:r>
            <a:r>
              <a:rPr lang="en-IN" dirty="0"/>
              <a:t> Pizza.");</a:t>
            </a:r>
          </a:p>
          <a:p>
            <a:pPr marL="0" indent="0">
              <a:buNone/>
            </a:pPr>
            <a:r>
              <a:rPr lang="en-IN" dirty="0"/>
              <a:t>                    break;</a:t>
            </a:r>
          </a:p>
          <a:p>
            <a:pPr marL="0" indent="0">
              <a:buNone/>
            </a:pPr>
            <a:r>
              <a:rPr lang="en-IN" dirty="0"/>
              <a:t>                case 2:</a:t>
            </a:r>
          </a:p>
          <a:p>
            <a:pPr marL="0" indent="0">
              <a:buNone/>
            </a:pPr>
            <a:r>
              <a:rPr lang="en-IN" dirty="0"/>
              <a:t>                    </a:t>
            </a:r>
            <a:r>
              <a:rPr lang="en-IN" dirty="0" err="1"/>
              <a:t>pizzaPrice</a:t>
            </a:r>
            <a:r>
              <a:rPr lang="en-IN" dirty="0"/>
              <a:t> = 10;</a:t>
            </a:r>
          </a:p>
          <a:p>
            <a:pPr marL="0" indent="0">
              <a:buNone/>
            </a:pPr>
            <a:r>
              <a:rPr lang="en-IN" dirty="0"/>
              <a:t>                    </a:t>
            </a:r>
            <a:r>
              <a:rPr lang="en-IN" dirty="0" err="1"/>
              <a:t>System.out.println</a:t>
            </a:r>
            <a:r>
              <a:rPr lang="en-IN" dirty="0"/>
              <a:t>("You selected Pepperoni Pizza.");</a:t>
            </a:r>
          </a:p>
          <a:p>
            <a:pPr marL="0" indent="0">
              <a:buNone/>
            </a:pPr>
            <a:r>
              <a:rPr lang="en-IN" dirty="0"/>
              <a:t>                    break;</a:t>
            </a:r>
          </a:p>
          <a:p>
            <a:pPr marL="0" indent="0">
              <a:buNone/>
            </a:pPr>
            <a:r>
              <a:rPr lang="en-IN" dirty="0"/>
              <a:t>                case 3:</a:t>
            </a:r>
          </a:p>
          <a:p>
            <a:pPr marL="0" indent="0">
              <a:buNone/>
            </a:pPr>
            <a:r>
              <a:rPr lang="en-IN" dirty="0"/>
              <a:t>                    </a:t>
            </a:r>
            <a:r>
              <a:rPr lang="en-IN" dirty="0" err="1"/>
              <a:t>pizzaPrice</a:t>
            </a:r>
            <a:r>
              <a:rPr lang="en-IN" dirty="0"/>
              <a:t> = 9;</a:t>
            </a:r>
          </a:p>
          <a:p>
            <a:pPr marL="0" indent="0">
              <a:buNone/>
            </a:pPr>
            <a:r>
              <a:rPr lang="en-IN" dirty="0"/>
              <a:t>                    </a:t>
            </a:r>
            <a:r>
              <a:rPr lang="en-IN" dirty="0" err="1"/>
              <a:t>System.out.println</a:t>
            </a:r>
            <a:r>
              <a:rPr lang="en-IN" dirty="0"/>
              <a:t>("You selected Veggie Pizza.");</a:t>
            </a:r>
          </a:p>
          <a:p>
            <a:pPr marL="0" indent="0">
              <a:buNone/>
            </a:pPr>
            <a:r>
              <a:rPr lang="en-IN" dirty="0"/>
              <a:t>                    break;</a:t>
            </a:r>
          </a:p>
          <a:p>
            <a:pPr marL="0" indent="0">
              <a:buNone/>
            </a:pPr>
            <a:r>
              <a:rPr lang="en-IN" dirty="0"/>
              <a:t>                case 4:</a:t>
            </a:r>
          </a:p>
          <a:p>
            <a:pPr marL="0" indent="0">
              <a:buNone/>
            </a:pPr>
            <a:r>
              <a:rPr lang="en-IN" dirty="0"/>
              <a:t>                    </a:t>
            </a:r>
            <a:r>
              <a:rPr lang="en-IN" dirty="0" err="1"/>
              <a:t>pizzaPrice</a:t>
            </a:r>
            <a:r>
              <a:rPr lang="en-IN" dirty="0"/>
              <a:t> = 12;</a:t>
            </a:r>
          </a:p>
          <a:p>
            <a:pPr marL="0" indent="0">
              <a:buNone/>
            </a:pPr>
            <a:r>
              <a:rPr lang="en-IN" dirty="0"/>
              <a:t>                    </a:t>
            </a:r>
            <a:r>
              <a:rPr lang="en-IN" dirty="0" err="1"/>
              <a:t>System.out.println</a:t>
            </a:r>
            <a:r>
              <a:rPr lang="en-IN" dirty="0"/>
              <a:t>("You selected BBQ Chicken Pizza.");</a:t>
            </a:r>
          </a:p>
          <a:p>
            <a:pPr marL="0" indent="0">
              <a:buNone/>
            </a:pPr>
            <a:r>
              <a:rPr lang="en-IN" dirty="0"/>
              <a:t>                    break;</a:t>
            </a:r>
          </a:p>
          <a:p>
            <a:pPr marL="0" indent="0">
              <a:buNone/>
            </a:pPr>
            <a:r>
              <a:rPr lang="en-IN" dirty="0"/>
              <a:t>                default:</a:t>
            </a:r>
          </a:p>
          <a:p>
            <a:pPr marL="0" indent="0">
              <a:buNone/>
            </a:pPr>
            <a:r>
              <a:rPr lang="en-IN" dirty="0"/>
              <a:t>                    </a:t>
            </a:r>
            <a:r>
              <a:rPr lang="en-IN" dirty="0" err="1"/>
              <a:t>System.out.println</a:t>
            </a:r>
            <a:r>
              <a:rPr lang="en-IN" dirty="0"/>
              <a:t>("Invalid choice! Please select again.");</a:t>
            </a:r>
          </a:p>
          <a:p>
            <a:pPr marL="0" indent="0">
              <a:buNone/>
            </a:pPr>
            <a:r>
              <a:rPr lang="en-IN" dirty="0"/>
              <a:t>                    continue;</a:t>
            </a:r>
          </a:p>
          <a:p>
            <a:pPr marL="0" indent="0">
              <a:buNone/>
            </a:pPr>
            <a:r>
              <a:rPr lang="en-IN" dirty="0"/>
              <a:t>            }</a:t>
            </a:r>
          </a:p>
          <a:p>
            <a:pPr marL="0" indent="0">
              <a:buNone/>
            </a:pPr>
            <a:endParaRPr lang="en-IN" dirty="0"/>
          </a:p>
          <a:p>
            <a:pPr marL="0" indent="0">
              <a:buNone/>
            </a:pPr>
            <a:r>
              <a:rPr lang="en-IN" dirty="0"/>
              <a:t>            // Size Choice</a:t>
            </a:r>
          </a:p>
          <a:p>
            <a:pPr marL="0" indent="0">
              <a:buNone/>
            </a:pPr>
            <a:r>
              <a:rPr lang="en-IN" dirty="0"/>
              <a:t>            </a:t>
            </a:r>
            <a:r>
              <a:rPr lang="en-IN" dirty="0" err="1"/>
              <a:t>System.out.println</a:t>
            </a:r>
            <a:r>
              <a:rPr lang="en-IN" dirty="0"/>
              <a:t>("\</a:t>
            </a:r>
            <a:r>
              <a:rPr lang="en-IN" dirty="0" err="1"/>
              <a:t>nSelect</a:t>
            </a:r>
            <a:r>
              <a:rPr lang="en-IN" dirty="0"/>
              <a:t> the size of your pizza:");</a:t>
            </a:r>
          </a:p>
          <a:p>
            <a:pPr marL="0" indent="0">
              <a:buNone/>
            </a:pPr>
            <a:r>
              <a:rPr lang="en-IN" dirty="0"/>
              <a:t>            </a:t>
            </a:r>
            <a:r>
              <a:rPr lang="en-IN" dirty="0" err="1"/>
              <a:t>System.out.println</a:t>
            </a:r>
            <a:r>
              <a:rPr lang="en-IN" dirty="0"/>
              <a:t>("1. Small - $2");</a:t>
            </a:r>
          </a:p>
          <a:p>
            <a:pPr marL="0" indent="0">
              <a:buNone/>
            </a:pPr>
            <a:r>
              <a:rPr lang="en-IN" dirty="0"/>
              <a:t>            </a:t>
            </a:r>
            <a:r>
              <a:rPr lang="en-IN" dirty="0" err="1"/>
              <a:t>System.out.println</a:t>
            </a:r>
            <a:r>
              <a:rPr lang="en-IN" dirty="0"/>
              <a:t>("2. Medium - $4");</a:t>
            </a:r>
          </a:p>
          <a:p>
            <a:pPr marL="0" indent="0">
              <a:buNone/>
            </a:pPr>
            <a:r>
              <a:rPr lang="en-IN" dirty="0"/>
              <a:t>            </a:t>
            </a:r>
            <a:r>
              <a:rPr lang="en-IN" dirty="0" err="1"/>
              <a:t>System.out.println</a:t>
            </a:r>
            <a:r>
              <a:rPr lang="en-IN" dirty="0"/>
              <a:t>("3. Large - $6");</a:t>
            </a:r>
          </a:p>
          <a:p>
            <a:pPr marL="0" indent="0">
              <a:buNone/>
            </a:pPr>
            <a:endParaRPr lang="en-IN" dirty="0"/>
          </a:p>
          <a:p>
            <a:pPr marL="0" indent="0">
              <a:buNone/>
            </a:pPr>
            <a:r>
              <a:rPr lang="en-IN" dirty="0"/>
              <a:t>            </a:t>
            </a:r>
            <a:r>
              <a:rPr lang="en-IN" dirty="0" err="1"/>
              <a:t>System.out.print</a:t>
            </a:r>
            <a:r>
              <a:rPr lang="en-IN" dirty="0"/>
              <a:t>("Enter your choice (1-3): ");</a:t>
            </a:r>
          </a:p>
          <a:p>
            <a:pPr marL="0" indent="0">
              <a:buNone/>
            </a:pPr>
            <a:r>
              <a:rPr lang="en-IN" dirty="0"/>
              <a:t>            </a:t>
            </a:r>
            <a:r>
              <a:rPr lang="en-IN" dirty="0" err="1"/>
              <a:t>sizeChoice</a:t>
            </a:r>
            <a:r>
              <a:rPr lang="en-IN" dirty="0"/>
              <a:t> = </a:t>
            </a:r>
            <a:r>
              <a:rPr lang="en-IN" dirty="0" err="1"/>
              <a:t>scanner.nextInt</a:t>
            </a: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7888607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32500" lnSpcReduction="20000"/>
          </a:bodyPr>
          <a:lstStyle/>
          <a:p>
            <a:pPr marL="0" indent="0">
              <a:buNone/>
            </a:pPr>
            <a:r>
              <a:rPr lang="en-IN" dirty="0"/>
              <a:t> switch (</a:t>
            </a:r>
            <a:r>
              <a:rPr lang="en-IN" dirty="0" err="1"/>
              <a:t>sizeChoice</a:t>
            </a:r>
            <a:r>
              <a:rPr lang="en-IN" dirty="0"/>
              <a:t>) {</a:t>
            </a:r>
          </a:p>
          <a:p>
            <a:pPr marL="0" indent="0">
              <a:buNone/>
            </a:pPr>
            <a:r>
              <a:rPr lang="en-IN" dirty="0"/>
              <a:t>                case 1:</a:t>
            </a:r>
          </a:p>
          <a:p>
            <a:pPr marL="0" indent="0">
              <a:buNone/>
            </a:pPr>
            <a:r>
              <a:rPr lang="en-IN" dirty="0"/>
              <a:t>                    </a:t>
            </a:r>
            <a:r>
              <a:rPr lang="en-IN" dirty="0" err="1"/>
              <a:t>sizePrice</a:t>
            </a:r>
            <a:r>
              <a:rPr lang="en-IN" dirty="0"/>
              <a:t> = 2;</a:t>
            </a:r>
          </a:p>
          <a:p>
            <a:pPr marL="0" indent="0">
              <a:buNone/>
            </a:pPr>
            <a:r>
              <a:rPr lang="en-IN" dirty="0"/>
              <a:t>                    </a:t>
            </a:r>
            <a:r>
              <a:rPr lang="en-IN" dirty="0" err="1"/>
              <a:t>System.out.println</a:t>
            </a:r>
            <a:r>
              <a:rPr lang="en-IN" dirty="0"/>
              <a:t>("You selected Small size.");</a:t>
            </a:r>
          </a:p>
          <a:p>
            <a:pPr marL="0" indent="0">
              <a:buNone/>
            </a:pPr>
            <a:r>
              <a:rPr lang="en-IN" dirty="0"/>
              <a:t>                    break;</a:t>
            </a:r>
          </a:p>
          <a:p>
            <a:pPr marL="0" indent="0">
              <a:buNone/>
            </a:pPr>
            <a:r>
              <a:rPr lang="en-IN" dirty="0"/>
              <a:t>                case 2:</a:t>
            </a:r>
          </a:p>
          <a:p>
            <a:pPr marL="0" indent="0">
              <a:buNone/>
            </a:pPr>
            <a:r>
              <a:rPr lang="en-IN" dirty="0"/>
              <a:t>                    </a:t>
            </a:r>
            <a:r>
              <a:rPr lang="en-IN" dirty="0" err="1"/>
              <a:t>sizePrice</a:t>
            </a:r>
            <a:r>
              <a:rPr lang="en-IN" dirty="0"/>
              <a:t> = 4;</a:t>
            </a:r>
          </a:p>
          <a:p>
            <a:pPr marL="0" indent="0">
              <a:buNone/>
            </a:pPr>
            <a:r>
              <a:rPr lang="en-IN" dirty="0"/>
              <a:t>                    </a:t>
            </a:r>
            <a:r>
              <a:rPr lang="en-IN" dirty="0" err="1"/>
              <a:t>System.out.println</a:t>
            </a:r>
            <a:r>
              <a:rPr lang="en-IN" dirty="0"/>
              <a:t>("You selected Medium size.");</a:t>
            </a:r>
          </a:p>
          <a:p>
            <a:pPr marL="0" indent="0">
              <a:buNone/>
            </a:pPr>
            <a:r>
              <a:rPr lang="en-IN" dirty="0"/>
              <a:t>                    break;</a:t>
            </a:r>
          </a:p>
          <a:p>
            <a:pPr marL="0" indent="0">
              <a:buNone/>
            </a:pPr>
            <a:r>
              <a:rPr lang="en-IN" dirty="0"/>
              <a:t>                case 3:</a:t>
            </a:r>
          </a:p>
          <a:p>
            <a:pPr marL="0" indent="0">
              <a:buNone/>
            </a:pPr>
            <a:r>
              <a:rPr lang="en-IN" dirty="0"/>
              <a:t>                    </a:t>
            </a:r>
            <a:r>
              <a:rPr lang="en-IN" dirty="0" err="1"/>
              <a:t>sizePrice</a:t>
            </a:r>
            <a:r>
              <a:rPr lang="en-IN" dirty="0"/>
              <a:t> = 6;</a:t>
            </a:r>
          </a:p>
          <a:p>
            <a:pPr marL="0" indent="0">
              <a:buNone/>
            </a:pPr>
            <a:r>
              <a:rPr lang="en-IN" dirty="0"/>
              <a:t>                    </a:t>
            </a:r>
            <a:r>
              <a:rPr lang="en-IN" dirty="0" err="1"/>
              <a:t>System.out.println</a:t>
            </a:r>
            <a:r>
              <a:rPr lang="en-IN" dirty="0"/>
              <a:t>("You selected Large size.");</a:t>
            </a:r>
          </a:p>
          <a:p>
            <a:pPr marL="0" indent="0">
              <a:buNone/>
            </a:pPr>
            <a:r>
              <a:rPr lang="en-IN" dirty="0"/>
              <a:t>                    break;</a:t>
            </a:r>
          </a:p>
          <a:p>
            <a:pPr marL="0" indent="0">
              <a:buNone/>
            </a:pPr>
            <a:r>
              <a:rPr lang="en-IN" dirty="0"/>
              <a:t>                default:</a:t>
            </a:r>
          </a:p>
          <a:p>
            <a:pPr marL="0" indent="0">
              <a:buNone/>
            </a:pPr>
            <a:r>
              <a:rPr lang="en-IN" dirty="0"/>
              <a:t>                    </a:t>
            </a:r>
            <a:r>
              <a:rPr lang="en-IN" dirty="0" err="1"/>
              <a:t>System.out.println</a:t>
            </a:r>
            <a:r>
              <a:rPr lang="en-IN" dirty="0"/>
              <a:t>("Invalid choice! Please select again.");</a:t>
            </a:r>
          </a:p>
          <a:p>
            <a:pPr marL="0" indent="0">
              <a:buNone/>
            </a:pPr>
            <a:r>
              <a:rPr lang="en-IN" dirty="0"/>
              <a:t>                    continue;</a:t>
            </a:r>
          </a:p>
          <a:p>
            <a:pPr marL="0" indent="0">
              <a:buNone/>
            </a:pPr>
            <a:r>
              <a:rPr lang="en-IN" dirty="0"/>
              <a:t>            }</a:t>
            </a:r>
          </a:p>
          <a:p>
            <a:pPr marL="0" indent="0">
              <a:buNone/>
            </a:pPr>
            <a:endParaRPr lang="en-IN" dirty="0"/>
          </a:p>
          <a:p>
            <a:pPr marL="0" indent="0">
              <a:buNone/>
            </a:pPr>
            <a:r>
              <a:rPr lang="en-IN" dirty="0"/>
              <a:t>            // Toppings choice loop</a:t>
            </a:r>
          </a:p>
          <a:p>
            <a:pPr marL="0" indent="0">
              <a:buNone/>
            </a:pPr>
            <a:r>
              <a:rPr lang="en-IN" dirty="0"/>
              <a:t>            </a:t>
            </a:r>
            <a:r>
              <a:rPr lang="en-IN" dirty="0" err="1"/>
              <a:t>totalCost</a:t>
            </a:r>
            <a:r>
              <a:rPr lang="en-IN" dirty="0"/>
              <a:t> = </a:t>
            </a:r>
            <a:r>
              <a:rPr lang="en-IN" dirty="0" err="1"/>
              <a:t>pizzaPrice</a:t>
            </a:r>
            <a:r>
              <a:rPr lang="en-IN" dirty="0"/>
              <a:t> + </a:t>
            </a:r>
            <a:r>
              <a:rPr lang="en-IN" dirty="0" err="1"/>
              <a:t>sizePrice</a:t>
            </a:r>
            <a:r>
              <a:rPr lang="en-IN" dirty="0"/>
              <a:t>;</a:t>
            </a:r>
          </a:p>
          <a:p>
            <a:pPr marL="0" indent="0">
              <a:buNone/>
            </a:pPr>
            <a:r>
              <a:rPr lang="en-IN" dirty="0"/>
              <a:t>            while (</a:t>
            </a:r>
            <a:r>
              <a:rPr lang="en-IN" dirty="0" err="1"/>
              <a:t>addMoreToppings</a:t>
            </a:r>
            <a:r>
              <a:rPr lang="en-IN" dirty="0"/>
              <a:t>) {</a:t>
            </a:r>
          </a:p>
          <a:p>
            <a:pPr marL="0" indent="0">
              <a:buNone/>
            </a:pPr>
            <a:r>
              <a:rPr lang="en-IN" dirty="0"/>
              <a:t>                </a:t>
            </a:r>
            <a:r>
              <a:rPr lang="en-IN" dirty="0" err="1"/>
              <a:t>System.out.println</a:t>
            </a:r>
            <a:r>
              <a:rPr lang="en-IN" dirty="0"/>
              <a:t>("\</a:t>
            </a:r>
            <a:r>
              <a:rPr lang="en-IN" dirty="0" err="1"/>
              <a:t>nDo</a:t>
            </a:r>
            <a:r>
              <a:rPr lang="en-IN" dirty="0"/>
              <a:t> you want to add toppings?");</a:t>
            </a:r>
          </a:p>
          <a:p>
            <a:pPr marL="0" indent="0">
              <a:buNone/>
            </a:pPr>
            <a:r>
              <a:rPr lang="en-IN" dirty="0"/>
              <a:t>                </a:t>
            </a:r>
            <a:r>
              <a:rPr lang="en-IN" dirty="0" err="1"/>
              <a:t>System.out.println</a:t>
            </a:r>
            <a:r>
              <a:rPr lang="en-IN" dirty="0"/>
              <a:t>("1. Cheese - $1");</a:t>
            </a:r>
          </a:p>
          <a:p>
            <a:pPr marL="0" indent="0">
              <a:buNone/>
            </a:pPr>
            <a:r>
              <a:rPr lang="en-IN" dirty="0"/>
              <a:t>                </a:t>
            </a:r>
            <a:r>
              <a:rPr lang="en-IN" dirty="0" err="1"/>
              <a:t>System.out.println</a:t>
            </a:r>
            <a:r>
              <a:rPr lang="en-IN" dirty="0"/>
              <a:t>("2. Olives - $1.5");</a:t>
            </a:r>
          </a:p>
          <a:p>
            <a:pPr marL="0" indent="0">
              <a:buNone/>
            </a:pPr>
            <a:r>
              <a:rPr lang="en-IN" dirty="0"/>
              <a:t>                </a:t>
            </a:r>
            <a:r>
              <a:rPr lang="en-IN" dirty="0" err="1"/>
              <a:t>System.out.println</a:t>
            </a:r>
            <a:r>
              <a:rPr lang="en-IN" dirty="0"/>
              <a:t>("3. Mushrooms - $2");</a:t>
            </a:r>
          </a:p>
          <a:p>
            <a:pPr marL="0" indent="0">
              <a:buNone/>
            </a:pPr>
            <a:r>
              <a:rPr lang="en-IN" dirty="0"/>
              <a:t>                </a:t>
            </a:r>
            <a:r>
              <a:rPr lang="en-IN" dirty="0" err="1"/>
              <a:t>System.out.println</a:t>
            </a:r>
            <a:r>
              <a:rPr lang="en-IN" dirty="0"/>
              <a:t>("4. Bacon - $3");</a:t>
            </a:r>
          </a:p>
          <a:p>
            <a:pPr marL="0" indent="0">
              <a:buNone/>
            </a:pPr>
            <a:r>
              <a:rPr lang="en-IN" dirty="0"/>
              <a:t>                </a:t>
            </a:r>
            <a:r>
              <a:rPr lang="en-IN" dirty="0" err="1"/>
              <a:t>System.out.println</a:t>
            </a:r>
            <a:r>
              <a:rPr lang="en-IN" dirty="0"/>
              <a:t>("5. No more toppings");</a:t>
            </a:r>
          </a:p>
          <a:p>
            <a:pPr marL="0" indent="0">
              <a:buNone/>
            </a:pPr>
            <a:endParaRPr lang="en-IN" dirty="0"/>
          </a:p>
          <a:p>
            <a:pPr marL="0" indent="0">
              <a:buNone/>
            </a:pPr>
            <a:r>
              <a:rPr lang="en-IN" dirty="0"/>
              <a:t>                </a:t>
            </a:r>
            <a:r>
              <a:rPr lang="en-IN" dirty="0" err="1"/>
              <a:t>System.out.print</a:t>
            </a:r>
            <a:r>
              <a:rPr lang="en-IN" dirty="0"/>
              <a:t>("Enter your topping choice (1-5): ");</a:t>
            </a:r>
          </a:p>
          <a:p>
            <a:pPr marL="0" indent="0">
              <a:buNone/>
            </a:pPr>
            <a:r>
              <a:rPr lang="en-IN" dirty="0"/>
              <a:t>                </a:t>
            </a:r>
            <a:r>
              <a:rPr lang="en-IN" dirty="0" err="1"/>
              <a:t>toppingChoice</a:t>
            </a:r>
            <a:r>
              <a:rPr lang="en-IN" dirty="0"/>
              <a:t> = </a:t>
            </a:r>
            <a:r>
              <a:rPr lang="en-IN" dirty="0" err="1"/>
              <a:t>scanner.nextInt</a:t>
            </a:r>
            <a:r>
              <a:rPr lang="en-IN" dirty="0"/>
              <a:t>();</a:t>
            </a:r>
          </a:p>
          <a:p>
            <a:pPr marL="0" indent="0">
              <a:buNone/>
            </a:pPr>
            <a:endParaRPr lang="en-IN" dirty="0"/>
          </a:p>
          <a:p>
            <a:pPr marL="0" indent="0">
              <a:buNone/>
            </a:pPr>
            <a:r>
              <a:rPr lang="en-IN" dirty="0"/>
              <a:t> </a:t>
            </a:r>
            <a:endParaRPr lang="en-IN" dirty="0"/>
          </a:p>
        </p:txBody>
      </p:sp>
    </p:spTree>
    <p:extLst>
      <p:ext uri="{BB962C8B-B14F-4D97-AF65-F5344CB8AC3E}">
        <p14:creationId xmlns:p14="http://schemas.microsoft.com/office/powerpoint/2010/main" val="37888607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32500" lnSpcReduction="20000"/>
          </a:bodyPr>
          <a:lstStyle/>
          <a:p>
            <a:pPr marL="0" indent="0">
              <a:buNone/>
            </a:pPr>
            <a:r>
              <a:rPr lang="en-IN" dirty="0"/>
              <a:t> switch (</a:t>
            </a:r>
            <a:r>
              <a:rPr lang="en-IN" dirty="0" err="1"/>
              <a:t>toppingChoice</a:t>
            </a:r>
            <a:r>
              <a:rPr lang="en-IN" dirty="0"/>
              <a:t>) {</a:t>
            </a:r>
          </a:p>
          <a:p>
            <a:pPr marL="0" indent="0">
              <a:buNone/>
            </a:pPr>
            <a:r>
              <a:rPr lang="en-IN" dirty="0"/>
              <a:t>                    case 1:</a:t>
            </a:r>
          </a:p>
          <a:p>
            <a:pPr marL="0" indent="0">
              <a:buNone/>
            </a:pPr>
            <a:r>
              <a:rPr lang="en-IN" dirty="0"/>
              <a:t>                        </a:t>
            </a:r>
            <a:r>
              <a:rPr lang="en-IN" dirty="0" err="1"/>
              <a:t>toppingPrice</a:t>
            </a:r>
            <a:r>
              <a:rPr lang="en-IN" dirty="0"/>
              <a:t> = 1;</a:t>
            </a:r>
          </a:p>
          <a:p>
            <a:pPr marL="0" indent="0">
              <a:buNone/>
            </a:pPr>
            <a:r>
              <a:rPr lang="en-IN" dirty="0"/>
              <a:t>                        </a:t>
            </a:r>
            <a:r>
              <a:rPr lang="en-IN" dirty="0" err="1"/>
              <a:t>System.out.println</a:t>
            </a:r>
            <a:r>
              <a:rPr lang="en-IN" dirty="0"/>
              <a:t>("You added Cheese.");</a:t>
            </a:r>
          </a:p>
          <a:p>
            <a:pPr marL="0" indent="0">
              <a:buNone/>
            </a:pPr>
            <a:r>
              <a:rPr lang="en-IN" dirty="0"/>
              <a:t>                        break;</a:t>
            </a:r>
          </a:p>
          <a:p>
            <a:pPr marL="0" indent="0">
              <a:buNone/>
            </a:pPr>
            <a:r>
              <a:rPr lang="en-IN" dirty="0"/>
              <a:t>                    case 2:</a:t>
            </a:r>
          </a:p>
          <a:p>
            <a:pPr marL="0" indent="0">
              <a:buNone/>
            </a:pPr>
            <a:r>
              <a:rPr lang="en-IN" dirty="0"/>
              <a:t>                        </a:t>
            </a:r>
            <a:r>
              <a:rPr lang="en-IN" dirty="0" err="1"/>
              <a:t>toppingPrice</a:t>
            </a:r>
            <a:r>
              <a:rPr lang="en-IN" dirty="0"/>
              <a:t> = 1.5;</a:t>
            </a:r>
          </a:p>
          <a:p>
            <a:pPr marL="0" indent="0">
              <a:buNone/>
            </a:pPr>
            <a:r>
              <a:rPr lang="en-IN" dirty="0"/>
              <a:t>                        </a:t>
            </a:r>
            <a:r>
              <a:rPr lang="en-IN" dirty="0" err="1"/>
              <a:t>System.out.println</a:t>
            </a:r>
            <a:r>
              <a:rPr lang="en-IN" dirty="0"/>
              <a:t>("You added Olives.");</a:t>
            </a:r>
          </a:p>
          <a:p>
            <a:pPr marL="0" indent="0">
              <a:buNone/>
            </a:pPr>
            <a:r>
              <a:rPr lang="en-IN" dirty="0"/>
              <a:t>                        break;</a:t>
            </a:r>
          </a:p>
          <a:p>
            <a:pPr marL="0" indent="0">
              <a:buNone/>
            </a:pPr>
            <a:r>
              <a:rPr lang="en-IN" dirty="0"/>
              <a:t>                    case 3:</a:t>
            </a:r>
          </a:p>
          <a:p>
            <a:pPr marL="0" indent="0">
              <a:buNone/>
            </a:pPr>
            <a:r>
              <a:rPr lang="en-IN" dirty="0"/>
              <a:t>                        </a:t>
            </a:r>
            <a:r>
              <a:rPr lang="en-IN" dirty="0" err="1"/>
              <a:t>toppingPrice</a:t>
            </a:r>
            <a:r>
              <a:rPr lang="en-IN" dirty="0"/>
              <a:t> = 2;</a:t>
            </a:r>
          </a:p>
          <a:p>
            <a:pPr marL="0" indent="0">
              <a:buNone/>
            </a:pPr>
            <a:r>
              <a:rPr lang="en-IN" dirty="0"/>
              <a:t>                        </a:t>
            </a:r>
            <a:r>
              <a:rPr lang="en-IN" dirty="0" err="1"/>
              <a:t>System.out.println</a:t>
            </a:r>
            <a:r>
              <a:rPr lang="en-IN" dirty="0"/>
              <a:t>("You added Mushrooms.");</a:t>
            </a:r>
          </a:p>
          <a:p>
            <a:pPr marL="0" indent="0">
              <a:buNone/>
            </a:pPr>
            <a:r>
              <a:rPr lang="en-IN" dirty="0"/>
              <a:t>                        break;</a:t>
            </a:r>
          </a:p>
          <a:p>
            <a:pPr marL="0" indent="0">
              <a:buNone/>
            </a:pPr>
            <a:r>
              <a:rPr lang="en-IN" dirty="0"/>
              <a:t>                    case 4:</a:t>
            </a:r>
          </a:p>
          <a:p>
            <a:pPr marL="0" indent="0">
              <a:buNone/>
            </a:pPr>
            <a:r>
              <a:rPr lang="en-IN" dirty="0"/>
              <a:t>                        </a:t>
            </a:r>
            <a:r>
              <a:rPr lang="en-IN" dirty="0" err="1"/>
              <a:t>toppingPrice</a:t>
            </a:r>
            <a:r>
              <a:rPr lang="en-IN" dirty="0"/>
              <a:t> = 3;</a:t>
            </a:r>
          </a:p>
          <a:p>
            <a:pPr marL="0" indent="0">
              <a:buNone/>
            </a:pPr>
            <a:r>
              <a:rPr lang="en-IN" dirty="0"/>
              <a:t>                        </a:t>
            </a:r>
            <a:r>
              <a:rPr lang="en-IN" dirty="0" err="1"/>
              <a:t>System.out.println</a:t>
            </a:r>
            <a:r>
              <a:rPr lang="en-IN" dirty="0"/>
              <a:t>("You added Bacon.");</a:t>
            </a:r>
          </a:p>
          <a:p>
            <a:pPr marL="0" indent="0">
              <a:buNone/>
            </a:pPr>
            <a:r>
              <a:rPr lang="en-IN" dirty="0"/>
              <a:t>                        break;</a:t>
            </a:r>
          </a:p>
          <a:p>
            <a:pPr marL="0" indent="0">
              <a:buNone/>
            </a:pPr>
            <a:r>
              <a:rPr lang="en-IN" dirty="0"/>
              <a:t>                    case 5:</a:t>
            </a:r>
          </a:p>
          <a:p>
            <a:pPr marL="0" indent="0">
              <a:buNone/>
            </a:pPr>
            <a:r>
              <a:rPr lang="en-IN" dirty="0"/>
              <a:t>                        </a:t>
            </a:r>
            <a:r>
              <a:rPr lang="en-IN" dirty="0" err="1"/>
              <a:t>addMoreToppings</a:t>
            </a:r>
            <a:r>
              <a:rPr lang="en-IN" dirty="0"/>
              <a:t> = false;</a:t>
            </a:r>
          </a:p>
          <a:p>
            <a:pPr marL="0" indent="0">
              <a:buNone/>
            </a:pPr>
            <a:r>
              <a:rPr lang="en-IN" dirty="0"/>
              <a:t>                        </a:t>
            </a:r>
            <a:r>
              <a:rPr lang="en-IN" dirty="0" err="1"/>
              <a:t>System.out.println</a:t>
            </a:r>
            <a:r>
              <a:rPr lang="en-IN" dirty="0"/>
              <a:t>("No more toppings added.");</a:t>
            </a:r>
          </a:p>
          <a:p>
            <a:pPr marL="0" indent="0">
              <a:buNone/>
            </a:pPr>
            <a:r>
              <a:rPr lang="en-IN" dirty="0"/>
              <a:t>                        break;</a:t>
            </a:r>
          </a:p>
          <a:p>
            <a:pPr marL="0" indent="0">
              <a:buNone/>
            </a:pPr>
            <a:r>
              <a:rPr lang="en-IN" dirty="0"/>
              <a:t>                    default:</a:t>
            </a:r>
          </a:p>
          <a:p>
            <a:pPr marL="0" indent="0">
              <a:buNone/>
            </a:pPr>
            <a:r>
              <a:rPr lang="en-IN" dirty="0"/>
              <a:t>                        </a:t>
            </a:r>
            <a:r>
              <a:rPr lang="en-IN" dirty="0" err="1"/>
              <a:t>System.out.println</a:t>
            </a:r>
            <a:r>
              <a:rPr lang="en-IN" dirty="0"/>
              <a:t>("Invalid choice! Please select again.");</a:t>
            </a:r>
          </a:p>
          <a:p>
            <a:pPr marL="0" indent="0">
              <a:buNone/>
            </a:pPr>
            <a:r>
              <a:rPr lang="en-IN" dirty="0"/>
              <a:t>                        continue;</a:t>
            </a:r>
          </a:p>
          <a:p>
            <a:pPr marL="0" indent="0">
              <a:buNone/>
            </a:pPr>
            <a:r>
              <a:rPr lang="en-IN" dirty="0"/>
              <a:t>                }</a:t>
            </a:r>
          </a:p>
          <a:p>
            <a:pPr marL="0" indent="0">
              <a:buNone/>
            </a:pPr>
            <a:endParaRPr lang="en-IN" dirty="0"/>
          </a:p>
          <a:p>
            <a:pPr marL="0" indent="0">
              <a:buNone/>
            </a:pPr>
            <a:r>
              <a:rPr lang="en-IN" dirty="0"/>
              <a:t>                </a:t>
            </a:r>
            <a:r>
              <a:rPr lang="en-IN" dirty="0" err="1"/>
              <a:t>totalCost</a:t>
            </a:r>
            <a:r>
              <a:rPr lang="en-IN" dirty="0"/>
              <a:t> += </a:t>
            </a:r>
            <a:r>
              <a:rPr lang="en-IN" dirty="0" err="1"/>
              <a:t>toppingPrice</a:t>
            </a:r>
            <a:r>
              <a:rPr lang="en-IN" dirty="0"/>
              <a:t>;</a:t>
            </a:r>
          </a:p>
          <a:p>
            <a:pPr marL="0" indent="0">
              <a:buNone/>
            </a:pPr>
            <a:r>
              <a:rPr lang="en-IN" dirty="0"/>
              <a:t>            </a:t>
            </a:r>
            <a:r>
              <a:rPr lang="en-IN" dirty="0" smtClean="0"/>
              <a:t>}</a:t>
            </a:r>
            <a:endParaRPr lang="en-IN" dirty="0"/>
          </a:p>
        </p:txBody>
      </p:sp>
    </p:spTree>
    <p:extLst>
      <p:ext uri="{BB962C8B-B14F-4D97-AF65-F5344CB8AC3E}">
        <p14:creationId xmlns:p14="http://schemas.microsoft.com/office/powerpoint/2010/main" val="13228787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55000" lnSpcReduction="20000"/>
          </a:bodyPr>
          <a:lstStyle/>
          <a:p>
            <a:pPr marL="0" indent="0">
              <a:buNone/>
            </a:pPr>
            <a:endParaRPr lang="en-IN" dirty="0"/>
          </a:p>
          <a:p>
            <a:pPr marL="0" indent="0">
              <a:buNone/>
            </a:pPr>
            <a:r>
              <a:rPr lang="en-IN" dirty="0"/>
              <a:t>            // Final total</a:t>
            </a:r>
          </a:p>
          <a:p>
            <a:pPr marL="0" indent="0">
              <a:buNone/>
            </a:pPr>
            <a:r>
              <a:rPr lang="en-IN" dirty="0"/>
              <a:t>            </a:t>
            </a:r>
            <a:r>
              <a:rPr lang="en-IN" dirty="0" err="1"/>
              <a:t>System.out.printf</a:t>
            </a:r>
            <a:r>
              <a:rPr lang="en-IN" dirty="0"/>
              <a:t>("\</a:t>
            </a:r>
            <a:r>
              <a:rPr lang="en-IN" dirty="0" err="1"/>
              <a:t>nYour</a:t>
            </a:r>
            <a:r>
              <a:rPr lang="en-IN" dirty="0"/>
              <a:t> total cost is: $%.2f\n", </a:t>
            </a:r>
            <a:r>
              <a:rPr lang="en-IN" dirty="0" err="1"/>
              <a:t>totalCost</a:t>
            </a:r>
            <a:r>
              <a:rPr lang="en-IN" dirty="0"/>
              <a:t>);</a:t>
            </a:r>
          </a:p>
          <a:p>
            <a:pPr marL="0" indent="0">
              <a:buNone/>
            </a:pPr>
            <a:endParaRPr lang="en-IN" dirty="0"/>
          </a:p>
          <a:p>
            <a:pPr marL="0" indent="0">
              <a:buNone/>
            </a:pPr>
            <a:r>
              <a:rPr lang="en-IN" dirty="0"/>
              <a:t>            // Ask if the customer wants to order another pizza</a:t>
            </a:r>
          </a:p>
          <a:p>
            <a:pPr marL="0" indent="0">
              <a:buNone/>
            </a:pPr>
            <a:r>
              <a:rPr lang="en-IN" dirty="0"/>
              <a:t>            </a:t>
            </a:r>
            <a:r>
              <a:rPr lang="en-IN" dirty="0" err="1"/>
              <a:t>System.out.println</a:t>
            </a:r>
            <a:r>
              <a:rPr lang="en-IN" dirty="0"/>
              <a:t>("\</a:t>
            </a:r>
            <a:r>
              <a:rPr lang="en-IN" dirty="0" err="1"/>
              <a:t>nWould</a:t>
            </a:r>
            <a:r>
              <a:rPr lang="en-IN" dirty="0"/>
              <a:t> you like to order another pizza?");</a:t>
            </a:r>
          </a:p>
          <a:p>
            <a:pPr marL="0" indent="0">
              <a:buNone/>
            </a:pPr>
            <a:r>
              <a:rPr lang="en-IN" dirty="0"/>
              <a:t>            </a:t>
            </a:r>
            <a:r>
              <a:rPr lang="en-IN" dirty="0" err="1"/>
              <a:t>System.out.println</a:t>
            </a:r>
            <a:r>
              <a:rPr lang="en-IN" dirty="0"/>
              <a:t>("1. Yes");</a:t>
            </a:r>
          </a:p>
          <a:p>
            <a:pPr marL="0" indent="0">
              <a:buNone/>
            </a:pPr>
            <a:r>
              <a:rPr lang="en-IN" dirty="0"/>
              <a:t>            </a:t>
            </a:r>
            <a:r>
              <a:rPr lang="en-IN" dirty="0" err="1"/>
              <a:t>System.out.println</a:t>
            </a:r>
            <a:r>
              <a:rPr lang="en-IN" dirty="0"/>
              <a:t>("2. No");</a:t>
            </a:r>
          </a:p>
          <a:p>
            <a:pPr marL="0" indent="0">
              <a:buNone/>
            </a:pPr>
            <a:r>
              <a:rPr lang="en-IN" dirty="0"/>
              <a:t>            </a:t>
            </a:r>
            <a:r>
              <a:rPr lang="en-IN" dirty="0" err="1"/>
              <a:t>System.out.print</a:t>
            </a:r>
            <a:r>
              <a:rPr lang="en-IN" dirty="0"/>
              <a:t>("Enter your choice (1-2): ");</a:t>
            </a:r>
          </a:p>
          <a:p>
            <a:pPr marL="0" indent="0">
              <a:buNone/>
            </a:pPr>
            <a:r>
              <a:rPr lang="en-IN" dirty="0"/>
              <a:t>            </a:t>
            </a:r>
            <a:r>
              <a:rPr lang="en-IN" dirty="0" err="1"/>
              <a:t>int</a:t>
            </a:r>
            <a:r>
              <a:rPr lang="en-IN" dirty="0"/>
              <a:t> </a:t>
            </a:r>
            <a:r>
              <a:rPr lang="en-IN" dirty="0" err="1"/>
              <a:t>orderAgain</a:t>
            </a:r>
            <a:r>
              <a:rPr lang="en-IN" dirty="0"/>
              <a:t> = </a:t>
            </a:r>
            <a:r>
              <a:rPr lang="en-IN" dirty="0" err="1"/>
              <a:t>scanner.nextInt</a:t>
            </a:r>
            <a:r>
              <a:rPr lang="en-IN" dirty="0"/>
              <a:t>();</a:t>
            </a:r>
          </a:p>
          <a:p>
            <a:pPr marL="0" indent="0">
              <a:buNone/>
            </a:pPr>
            <a:r>
              <a:rPr lang="en-IN" dirty="0"/>
              <a:t>            if (</a:t>
            </a:r>
            <a:r>
              <a:rPr lang="en-IN" dirty="0" err="1"/>
              <a:t>orderAgain</a:t>
            </a:r>
            <a:r>
              <a:rPr lang="en-IN" dirty="0"/>
              <a:t> == 2) {</a:t>
            </a:r>
          </a:p>
          <a:p>
            <a:pPr marL="0" indent="0">
              <a:buNone/>
            </a:pPr>
            <a:r>
              <a:rPr lang="en-IN" dirty="0"/>
              <a:t>                </a:t>
            </a:r>
            <a:r>
              <a:rPr lang="en-IN" dirty="0" err="1"/>
              <a:t>System.out.println</a:t>
            </a:r>
            <a:r>
              <a:rPr lang="en-IN" dirty="0"/>
              <a:t>("Thank you for your order!");</a:t>
            </a:r>
          </a:p>
          <a:p>
            <a:pPr marL="0" indent="0">
              <a:buNone/>
            </a:pPr>
            <a:r>
              <a:rPr lang="en-IN" dirty="0"/>
              <a:t>                break;</a:t>
            </a:r>
          </a:p>
          <a:p>
            <a:pPr marL="0" indent="0">
              <a:buNone/>
            </a:pPr>
            <a:r>
              <a:rPr lang="en-IN" dirty="0"/>
              <a:t>            } else {</a:t>
            </a:r>
          </a:p>
          <a:p>
            <a:pPr marL="0" indent="0">
              <a:buNone/>
            </a:pPr>
            <a:r>
              <a:rPr lang="en-IN" dirty="0"/>
              <a:t>                </a:t>
            </a:r>
            <a:r>
              <a:rPr lang="en-IN" dirty="0" err="1"/>
              <a:t>addMoreToppings</a:t>
            </a:r>
            <a:r>
              <a:rPr lang="en-IN" dirty="0"/>
              <a:t> = true; // Reset topping choice for next order</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099198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3361</Words>
  <Application>Microsoft Office PowerPoint</Application>
  <PresentationFormat>On-screen Show (4:3)</PresentationFormat>
  <Paragraphs>568</Paragraphs>
  <Slides>38</Slides>
  <Notes>3</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Control Statements</vt:lpstr>
      <vt:lpstr>Control statements</vt:lpstr>
      <vt:lpstr>Decision-Making Statements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Looping Statements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Statements</dc:title>
  <dc:creator/>
  <cp:lastModifiedBy>Rohit Kamboj</cp:lastModifiedBy>
  <cp:revision>78</cp:revision>
  <dcterms:created xsi:type="dcterms:W3CDTF">2006-08-16T00:00:00Z</dcterms:created>
  <dcterms:modified xsi:type="dcterms:W3CDTF">2024-12-08T16:42:23Z</dcterms:modified>
</cp:coreProperties>
</file>