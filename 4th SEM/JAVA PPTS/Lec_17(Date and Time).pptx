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86" r:id="rId15"/>
    <p:sldId id="276" r:id="rId16"/>
    <p:sldId id="269" r:id="rId17"/>
    <p:sldId id="270" r:id="rId18"/>
    <p:sldId id="271" r:id="rId19"/>
    <p:sldId id="272" r:id="rId20"/>
    <p:sldId id="273" r:id="rId21"/>
    <p:sldId id="274" r:id="rId22"/>
    <p:sldId id="285" r:id="rId2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554" autoAdjust="0"/>
  </p:normalViewPr>
  <p:slideViewPr>
    <p:cSldViewPr>
      <p:cViewPr varScale="1">
        <p:scale>
          <a:sx n="80" d="100"/>
          <a:sy n="80" d="100"/>
        </p:scale>
        <p:origin x="-1522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79887-8FA1-45D2-A348-44EB5AAC0E3E}" type="datetimeFigureOut">
              <a:rPr lang="en-IN" smtClean="0"/>
              <a:t>31-03-2025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60DC1A-25DA-45F8-88A1-11E516B5A5F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45401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LocalDate.now</a:t>
            </a:r>
            <a:r>
              <a:rPr lang="en-US" dirty="0" smtClean="0"/>
              <a:t>() gets the current date from the system clock.</a:t>
            </a:r>
          </a:p>
          <a:p>
            <a:r>
              <a:rPr lang="en-US" dirty="0" err="1" smtClean="0"/>
              <a:t>LocalDate.of</a:t>
            </a:r>
            <a:r>
              <a:rPr lang="en-US" dirty="0" smtClean="0"/>
              <a:t>(2025, 3, 3) creates a specific date (3rd March 2025).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0DC1A-25DA-45F8-88A1-11E516B5A5F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6348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LocalTime.now</a:t>
            </a:r>
            <a:r>
              <a:rPr lang="en-US" dirty="0" smtClean="0"/>
              <a:t>() retrieves the current system time.</a:t>
            </a:r>
          </a:p>
          <a:p>
            <a:r>
              <a:rPr lang="en-US" dirty="0" err="1" smtClean="0"/>
              <a:t>LocalTime.of</a:t>
            </a:r>
            <a:r>
              <a:rPr lang="en-US" dirty="0" smtClean="0"/>
              <a:t>(10, 30, 45) creates a specific time (10:30:45 AM).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0DC1A-25DA-45F8-88A1-11E516B5A5F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8408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LocalDateTime.now</a:t>
            </a:r>
            <a:r>
              <a:rPr lang="en-US" dirty="0" smtClean="0"/>
              <a:t>() fetches the current date and time.</a:t>
            </a:r>
          </a:p>
          <a:p>
            <a:r>
              <a:rPr lang="en-US" dirty="0" err="1" smtClean="0"/>
              <a:t>LocalDateTime.of</a:t>
            </a:r>
            <a:r>
              <a:rPr lang="en-US" dirty="0" smtClean="0"/>
              <a:t>(2025, 3, 3, 10, 30) sets a specific date-time.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0DC1A-25DA-45F8-88A1-11E516B5A5F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6406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 smtClean="0"/>
              <a:t>DateTimeFormatter.ofPattern</a:t>
            </a:r>
            <a:r>
              <a:rPr lang="en-IN" dirty="0" smtClean="0"/>
              <a:t>("</a:t>
            </a:r>
            <a:r>
              <a:rPr lang="en-IN" dirty="0" err="1" smtClean="0"/>
              <a:t>dd</a:t>
            </a:r>
            <a:r>
              <a:rPr lang="en-IN" dirty="0" smtClean="0"/>
              <a:t>-MM-</a:t>
            </a:r>
            <a:r>
              <a:rPr lang="en-IN" dirty="0" err="1" smtClean="0"/>
              <a:t>yyyy</a:t>
            </a:r>
            <a:r>
              <a:rPr lang="en-IN" dirty="0" smtClean="0"/>
              <a:t> </a:t>
            </a:r>
            <a:r>
              <a:rPr lang="en-IN" dirty="0" err="1" smtClean="0"/>
              <a:t>HH:mm:ss</a:t>
            </a:r>
            <a:r>
              <a:rPr lang="en-IN" dirty="0" smtClean="0"/>
              <a:t>") defines a custom format.</a:t>
            </a:r>
          </a:p>
          <a:p>
            <a:r>
              <a:rPr lang="en-IN" dirty="0" err="1" smtClean="0"/>
              <a:t>now.format</a:t>
            </a:r>
            <a:r>
              <a:rPr lang="en-IN" dirty="0" smtClean="0"/>
              <a:t>(formatter) formats the </a:t>
            </a:r>
            <a:r>
              <a:rPr lang="en-IN" dirty="0" err="1" smtClean="0"/>
              <a:t>LocalDateTime</a:t>
            </a:r>
            <a:r>
              <a:rPr lang="en-IN" dirty="0" smtClean="0"/>
              <a:t> into a readable string</a:t>
            </a:r>
            <a:r>
              <a:rPr lang="en-IN" dirty="0" smtClean="0"/>
              <a:t>.</a:t>
            </a:r>
          </a:p>
          <a:p>
            <a:r>
              <a:rPr lang="en-US" b="1" dirty="0" smtClean="0"/>
              <a:t>HH (uppercase)</a:t>
            </a:r>
            <a:r>
              <a:rPr lang="en-US" dirty="0" smtClean="0"/>
              <a:t> → </a:t>
            </a:r>
            <a:r>
              <a:rPr lang="en-US" b="1" dirty="0" smtClean="0"/>
              <a:t>24-hour format</a:t>
            </a:r>
            <a:r>
              <a:rPr lang="en-US" dirty="0" smtClean="0"/>
              <a:t> (00 to 23).</a:t>
            </a:r>
          </a:p>
          <a:p>
            <a:r>
              <a:rPr lang="en-US" b="1" dirty="0" err="1" smtClean="0"/>
              <a:t>hh</a:t>
            </a:r>
            <a:r>
              <a:rPr lang="en-US" b="1" dirty="0" smtClean="0"/>
              <a:t> (lowercase)</a:t>
            </a:r>
            <a:r>
              <a:rPr lang="en-US" dirty="0" smtClean="0"/>
              <a:t> → </a:t>
            </a:r>
            <a:r>
              <a:rPr lang="en-US" b="1" dirty="0" smtClean="0"/>
              <a:t>12-hour format</a:t>
            </a:r>
            <a:r>
              <a:rPr lang="en-US" dirty="0" smtClean="0"/>
              <a:t> (01 to 12, requires a for AM/PM).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0DC1A-25DA-45F8-88A1-11E516B5A5F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99557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Duration.ofHours</a:t>
            </a:r>
            <a:r>
              <a:rPr lang="en-US" dirty="0" smtClean="0"/>
              <a:t>(5) creates a time duration of 5 hours.</a:t>
            </a:r>
          </a:p>
          <a:p>
            <a:r>
              <a:rPr lang="en-US" dirty="0" err="1" smtClean="0"/>
              <a:t>Period.ofMonths</a:t>
            </a:r>
            <a:r>
              <a:rPr lang="en-US" dirty="0" smtClean="0"/>
              <a:t>(3) creates a period of 3 months</a:t>
            </a:r>
            <a:r>
              <a:rPr lang="en-US" dirty="0" smtClean="0"/>
              <a:t>.</a:t>
            </a:r>
          </a:p>
          <a:p>
            <a:r>
              <a:rPr lang="en-US" dirty="0" smtClean="0"/>
              <a:t>Output - PT5H  (</a:t>
            </a:r>
            <a:r>
              <a:rPr lang="en-US" dirty="0" smtClean="0"/>
              <a:t>PT → Represents a </a:t>
            </a:r>
            <a:r>
              <a:rPr lang="en-US" b="1" dirty="0" smtClean="0"/>
              <a:t>period of time</a:t>
            </a:r>
            <a:r>
              <a:rPr lang="en-US" dirty="0" smtClean="0"/>
              <a:t>.</a:t>
            </a:r>
          </a:p>
          <a:p>
            <a:r>
              <a:rPr lang="en-US" dirty="0" smtClean="0"/>
              <a:t>5H → Means </a:t>
            </a:r>
            <a:r>
              <a:rPr lang="en-US" b="1" dirty="0" smtClean="0"/>
              <a:t>5 hours</a:t>
            </a:r>
            <a:r>
              <a:rPr lang="en-US" dirty="0" smtClean="0"/>
              <a:t>.</a:t>
            </a:r>
            <a:r>
              <a:rPr lang="en-US" dirty="0" smtClean="0"/>
              <a:t>)</a:t>
            </a:r>
          </a:p>
          <a:p>
            <a:r>
              <a:rPr lang="en-US" dirty="0" smtClean="0"/>
              <a:t>P3M – (</a:t>
            </a:r>
            <a:r>
              <a:rPr lang="en-US" dirty="0" smtClean="0"/>
              <a:t>P → Represents a </a:t>
            </a:r>
            <a:r>
              <a:rPr lang="en-US" b="1" dirty="0" smtClean="0"/>
              <a:t>period</a:t>
            </a:r>
            <a:r>
              <a:rPr lang="en-US" dirty="0" smtClean="0"/>
              <a:t>.</a:t>
            </a:r>
          </a:p>
          <a:p>
            <a:r>
              <a:rPr lang="en-US" dirty="0" smtClean="0"/>
              <a:t>3M → Means </a:t>
            </a:r>
            <a:r>
              <a:rPr lang="en-US" b="1" dirty="0" smtClean="0"/>
              <a:t>3 months</a:t>
            </a:r>
            <a:r>
              <a:rPr lang="en-US" dirty="0" smtClean="0"/>
              <a:t>.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0DC1A-25DA-45F8-88A1-11E516B5A5F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03125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Period.between</a:t>
            </a:r>
            <a:r>
              <a:rPr lang="en-US" dirty="0" smtClean="0"/>
              <a:t>(</a:t>
            </a:r>
            <a:r>
              <a:rPr lang="en-US" dirty="0" err="1" smtClean="0"/>
              <a:t>startDate</a:t>
            </a:r>
            <a:r>
              <a:rPr lang="en-US" dirty="0" smtClean="0"/>
              <a:t>, </a:t>
            </a:r>
            <a:r>
              <a:rPr lang="en-US" dirty="0" err="1" smtClean="0"/>
              <a:t>endDate</a:t>
            </a:r>
            <a:r>
              <a:rPr lang="en-US" dirty="0" smtClean="0"/>
              <a:t>) calculates the difference in years, months, and days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0DC1A-25DA-45F8-88A1-11E516B5A5F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60673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plusMonths</a:t>
            </a:r>
            <a:r>
              <a:rPr lang="en-US" dirty="0" smtClean="0"/>
              <a:t>(6) adds 6 months to the current date.</a:t>
            </a:r>
          </a:p>
          <a:p>
            <a:r>
              <a:rPr lang="en-US" dirty="0" err="1" smtClean="0"/>
              <a:t>minusYears</a:t>
            </a:r>
            <a:r>
              <a:rPr lang="en-US" dirty="0" smtClean="0"/>
              <a:t>(2) subtracts 2 years from the current date.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0DC1A-25DA-45F8-88A1-11E516B5A5F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58670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getDayOfWeek</a:t>
            </a:r>
            <a:r>
              <a:rPr lang="en-US" dirty="0" smtClean="0"/>
              <a:t>() returns the name of the weekday for a given date.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0DC1A-25DA-45F8-88A1-11E516B5A5F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17202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 smtClean="0"/>
              <a:t>DateTimeFormatter.ofPattern</a:t>
            </a:r>
            <a:r>
              <a:rPr lang="en-IN" dirty="0" smtClean="0"/>
              <a:t>("</a:t>
            </a:r>
            <a:r>
              <a:rPr lang="en-IN" dirty="0" err="1" smtClean="0"/>
              <a:t>dd</a:t>
            </a:r>
            <a:r>
              <a:rPr lang="en-IN" dirty="0" smtClean="0"/>
              <a:t>-MM-</a:t>
            </a:r>
            <a:r>
              <a:rPr lang="en-IN" dirty="0" err="1" smtClean="0"/>
              <a:t>yyyy</a:t>
            </a:r>
            <a:r>
              <a:rPr lang="en-IN" dirty="0" smtClean="0"/>
              <a:t>") specifies the expected date format.</a:t>
            </a:r>
          </a:p>
          <a:p>
            <a:r>
              <a:rPr lang="en-IN" dirty="0" err="1" smtClean="0"/>
              <a:t>LocalDate.parse</a:t>
            </a:r>
            <a:r>
              <a:rPr lang="en-IN" dirty="0" smtClean="0"/>
              <a:t>(</a:t>
            </a:r>
            <a:r>
              <a:rPr lang="en-IN" dirty="0" err="1" smtClean="0"/>
              <a:t>dateStr</a:t>
            </a:r>
            <a:r>
              <a:rPr lang="en-IN" dirty="0" smtClean="0"/>
              <a:t>, formatter) converts a string into a </a:t>
            </a:r>
            <a:r>
              <a:rPr lang="en-IN" dirty="0" err="1" smtClean="0"/>
              <a:t>LocalDate</a:t>
            </a:r>
            <a:r>
              <a:rPr lang="en-IN" dirty="0" smtClean="0"/>
              <a:t>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0DC1A-25DA-45F8-88A1-11E516B5A5F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140263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atZone</a:t>
            </a:r>
            <a:r>
              <a:rPr lang="en-US" dirty="0" smtClean="0"/>
              <a:t>(</a:t>
            </a:r>
            <a:r>
              <a:rPr lang="en-US" dirty="0" err="1" smtClean="0"/>
              <a:t>ZoneId.systemDefault</a:t>
            </a:r>
            <a:r>
              <a:rPr lang="en-US" dirty="0" smtClean="0"/>
              <a:t>()) converts the local time to a specific </a:t>
            </a:r>
            <a:r>
              <a:rPr lang="en-US" dirty="0" err="1" smtClean="0"/>
              <a:t>timezone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toInstant</a:t>
            </a:r>
            <a:r>
              <a:rPr lang="en-US" dirty="0" smtClean="0"/>
              <a:t>() converts it to UTC.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0DC1A-25DA-45F8-88A1-11E516B5A5F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9661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0DC1A-25DA-45F8-88A1-11E516B5A5F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696618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err="1" smtClean="0"/>
              <a:t>random.nextInt</a:t>
            </a:r>
            <a:r>
              <a:rPr lang="en-IN" dirty="0" smtClean="0"/>
              <a:t>(100) generates a random integer from 0 to 99.random.</a:t>
            </a:r>
          </a:p>
          <a:p>
            <a:r>
              <a:rPr lang="en-IN" dirty="0" err="1" smtClean="0"/>
              <a:t>nextDouble</a:t>
            </a:r>
            <a:r>
              <a:rPr lang="en-IN" dirty="0" smtClean="0"/>
              <a:t>() generates a random floating-point number between 0.0 and 1.0.</a:t>
            </a:r>
          </a:p>
          <a:p>
            <a:r>
              <a:rPr lang="en-IN" dirty="0" err="1" smtClean="0"/>
              <a:t>random.nextBoolean</a:t>
            </a:r>
            <a:r>
              <a:rPr lang="en-IN" dirty="0" smtClean="0"/>
              <a:t>() generates a true/false value randomly.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0DC1A-25DA-45F8-88A1-11E516B5A5F1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64824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random.nextInt</a:t>
            </a:r>
            <a:r>
              <a:rPr lang="en-US" dirty="0" smtClean="0"/>
              <a:t>(max - min + 1) + min ensures the random number is within the range [min, max].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0DC1A-25DA-45F8-88A1-11E516B5A5F1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3727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random.nextInt</a:t>
            </a:r>
            <a:r>
              <a:rPr lang="en-US" dirty="0" smtClean="0"/>
              <a:t>(26) + 'A' generates a random uppercase letter from 'A' to 'Z'.</a:t>
            </a:r>
          </a:p>
          <a:p>
            <a:r>
              <a:rPr lang="en-US" dirty="0" err="1" smtClean="0"/>
              <a:t>random.nextInt</a:t>
            </a:r>
            <a:r>
              <a:rPr lang="en-US" dirty="0" smtClean="0"/>
              <a:t>(26) + 'a' generates a random lowercase letter from 'a' to 'z'.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0DC1A-25DA-45F8-88A1-11E516B5A5F1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7382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random.nextInt</a:t>
            </a:r>
            <a:r>
              <a:rPr lang="en-US" dirty="0" smtClean="0"/>
              <a:t>(900000) generates a number between 0 and 899999.</a:t>
            </a:r>
          </a:p>
          <a:p>
            <a:r>
              <a:rPr lang="en-US" dirty="0" smtClean="0"/>
              <a:t>Adding 100000 ensures the number is at least 100000, making it a 6-digit number.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0DC1A-25DA-45F8-88A1-11E516B5A5F1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10465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 smtClean="0"/>
              <a:t>random.nextFloat</a:t>
            </a:r>
            <a:r>
              <a:rPr lang="en-US" dirty="0" smtClean="0"/>
              <a:t>() generates a number between 0.0 and 1.0.Multiplying by (max - min) scales it to the desired range.</a:t>
            </a:r>
          </a:p>
          <a:p>
            <a:r>
              <a:rPr lang="en-US" dirty="0" smtClean="0"/>
              <a:t>Adding min shifts the range accordingly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0DC1A-25DA-45F8-88A1-11E516B5A5F1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3724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password consists of uppercase, lowercase, digits, and special characters.</a:t>
            </a:r>
          </a:p>
          <a:p>
            <a:r>
              <a:rPr lang="en-US" dirty="0" err="1" smtClean="0"/>
              <a:t>random.nextInt</a:t>
            </a:r>
            <a:r>
              <a:rPr lang="en-US" dirty="0" smtClean="0"/>
              <a:t>(</a:t>
            </a:r>
            <a:r>
              <a:rPr lang="en-US" dirty="0" err="1" smtClean="0"/>
              <a:t>characters.length</a:t>
            </a:r>
            <a:r>
              <a:rPr lang="en-US" dirty="0" smtClean="0"/>
              <a:t>()) picks a random character from the string.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F60DC1A-25DA-45F8-88A1-11E516B5A5F1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1402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Date and Time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480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Introduction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Java 8 introduced the </a:t>
            </a:r>
            <a:r>
              <a:rPr lang="en-IN" b="1" dirty="0" err="1"/>
              <a:t>java.time</a:t>
            </a:r>
            <a:r>
              <a:rPr lang="en-IN" dirty="0"/>
              <a:t> package, which provides a comprehensive API for handling date and time more efficiently than the older </a:t>
            </a:r>
            <a:r>
              <a:rPr lang="en-IN" dirty="0" err="1"/>
              <a:t>java.util.Date</a:t>
            </a:r>
            <a:r>
              <a:rPr lang="en-IN" dirty="0"/>
              <a:t> and </a:t>
            </a:r>
            <a:r>
              <a:rPr lang="en-IN" dirty="0" err="1"/>
              <a:t>java.util.Calendar</a:t>
            </a:r>
            <a:r>
              <a:rPr lang="en-IN" dirty="0"/>
              <a:t> classes</a:t>
            </a:r>
            <a:r>
              <a:rPr lang="en-IN" dirty="0" smtClean="0"/>
              <a:t>.</a:t>
            </a:r>
          </a:p>
          <a:p>
            <a:endParaRPr lang="en-IN" dirty="0" smtClean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2549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4522"/>
            <a:ext cx="8229600" cy="5631641"/>
          </a:xfrm>
        </p:spPr>
        <p:txBody>
          <a:bodyPr/>
          <a:lstStyle/>
          <a:p>
            <a:r>
              <a:rPr lang="en-IN" b="1" dirty="0"/>
              <a:t> Key Classes in </a:t>
            </a:r>
            <a:r>
              <a:rPr lang="en-IN" b="1" dirty="0" err="1" smtClean="0"/>
              <a:t>java.time</a:t>
            </a:r>
            <a:endParaRPr lang="en-IN" b="1" dirty="0" smtClean="0"/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371600"/>
            <a:ext cx="7010400" cy="4648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71211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85000" lnSpcReduction="10000"/>
          </a:bodyPr>
          <a:lstStyle/>
          <a:p>
            <a:r>
              <a:rPr lang="en-IN" dirty="0" err="1" smtClean="0"/>
              <a:t>LocalDate</a:t>
            </a:r>
            <a:r>
              <a:rPr lang="en-IN" dirty="0" smtClean="0"/>
              <a:t>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java.time.LocalDate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DateExample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LocalDate</a:t>
            </a:r>
            <a:r>
              <a:rPr lang="en-IN" dirty="0"/>
              <a:t> today = </a:t>
            </a:r>
            <a:r>
              <a:rPr lang="en-IN" dirty="0" err="1"/>
              <a:t>LocalDate.now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("Current Date: " + today);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LocalDate</a:t>
            </a:r>
            <a:r>
              <a:rPr lang="en-IN" dirty="0"/>
              <a:t> </a:t>
            </a:r>
            <a:r>
              <a:rPr lang="en-IN" dirty="0" err="1"/>
              <a:t>specificDate</a:t>
            </a:r>
            <a:r>
              <a:rPr lang="en-IN" dirty="0"/>
              <a:t> = </a:t>
            </a:r>
            <a:r>
              <a:rPr lang="en-IN" dirty="0" err="1"/>
              <a:t>LocalDate.of</a:t>
            </a:r>
            <a:r>
              <a:rPr lang="en-IN" dirty="0"/>
              <a:t>(2025, 3, 3);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("Specific Date: " + </a:t>
            </a:r>
            <a:r>
              <a:rPr lang="en-IN" dirty="0" err="1"/>
              <a:t>specificDate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02843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85000" lnSpcReduction="10000"/>
          </a:bodyPr>
          <a:lstStyle/>
          <a:p>
            <a:r>
              <a:rPr lang="en-IN" b="1" dirty="0" err="1" smtClean="0"/>
              <a:t>LocalTime</a:t>
            </a:r>
            <a:endParaRPr lang="en-IN" b="1" dirty="0" smtClean="0"/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java.time.LocalTime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TimeExample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LocalTime</a:t>
            </a:r>
            <a:r>
              <a:rPr lang="en-IN" dirty="0"/>
              <a:t> now = </a:t>
            </a:r>
            <a:r>
              <a:rPr lang="en-IN" dirty="0" err="1"/>
              <a:t>LocalTime.now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("Current Time: " + now);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LocalTime</a:t>
            </a:r>
            <a:r>
              <a:rPr lang="en-IN" dirty="0"/>
              <a:t> </a:t>
            </a:r>
            <a:r>
              <a:rPr lang="en-IN" dirty="0" err="1"/>
              <a:t>specificTime</a:t>
            </a:r>
            <a:r>
              <a:rPr lang="en-IN" dirty="0"/>
              <a:t> = </a:t>
            </a:r>
            <a:r>
              <a:rPr lang="en-IN" dirty="0" err="1"/>
              <a:t>LocalTime.of</a:t>
            </a:r>
            <a:r>
              <a:rPr lang="en-IN" dirty="0"/>
              <a:t>(10, 30, 45);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("Specific Time: " + </a:t>
            </a:r>
            <a:r>
              <a:rPr lang="en-IN" dirty="0" err="1"/>
              <a:t>specificTime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300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 </a:t>
            </a:r>
            <a:r>
              <a:rPr lang="en-IN" b="1" dirty="0" err="1"/>
              <a:t>LocalDateTime</a:t>
            </a:r>
            <a:r>
              <a:rPr lang="en-IN" b="1" dirty="0"/>
              <a:t>– </a:t>
            </a:r>
            <a:endParaRPr lang="en-IN" b="1" dirty="0" smtClean="0"/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java.time.LocalDateTime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DateTimeExample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LocalDateTime</a:t>
            </a:r>
            <a:r>
              <a:rPr lang="en-IN" dirty="0"/>
              <a:t> now = </a:t>
            </a:r>
            <a:r>
              <a:rPr lang="en-IN" dirty="0" err="1"/>
              <a:t>LocalDateTime.now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("Current </a:t>
            </a:r>
            <a:r>
              <a:rPr lang="en-IN" dirty="0" err="1"/>
              <a:t>DateTime</a:t>
            </a:r>
            <a:r>
              <a:rPr lang="en-IN" dirty="0"/>
              <a:t>: " + now);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LocalDateTime</a:t>
            </a:r>
            <a:r>
              <a:rPr lang="en-IN" dirty="0"/>
              <a:t> </a:t>
            </a:r>
            <a:r>
              <a:rPr lang="en-IN" dirty="0" err="1"/>
              <a:t>specificDateTime</a:t>
            </a:r>
            <a:r>
              <a:rPr lang="en-IN" dirty="0"/>
              <a:t> = </a:t>
            </a:r>
            <a:r>
              <a:rPr lang="en-IN" dirty="0" err="1"/>
              <a:t>LocalDateTime.of</a:t>
            </a:r>
            <a:r>
              <a:rPr lang="en-IN" dirty="0"/>
              <a:t>(2025, 3, 3, 10, 30);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("Specific </a:t>
            </a:r>
            <a:r>
              <a:rPr lang="en-IN" dirty="0" err="1"/>
              <a:t>DateTime</a:t>
            </a:r>
            <a:r>
              <a:rPr lang="en-IN" dirty="0"/>
              <a:t>: " + </a:t>
            </a:r>
            <a:r>
              <a:rPr lang="en-IN" dirty="0" err="1"/>
              <a:t>specificDateTime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  <a:endParaRPr lang="en-IN" dirty="0" smtClean="0"/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421300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/>
              <a:t>Formatting Date and </a:t>
            </a:r>
            <a:r>
              <a:rPr lang="en-IN" b="1" dirty="0" smtClean="0"/>
              <a:t>Time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java.time.LocalDateTime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java.time.format.DateTimeFormatter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FormattingExample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LocalDateTime</a:t>
            </a:r>
            <a:r>
              <a:rPr lang="en-IN" dirty="0"/>
              <a:t> now = </a:t>
            </a:r>
            <a:r>
              <a:rPr lang="en-IN" dirty="0" err="1"/>
              <a:t>LocalDateTime.now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DateTimeFormatter</a:t>
            </a:r>
            <a:r>
              <a:rPr lang="en-IN" dirty="0"/>
              <a:t> formatter = </a:t>
            </a:r>
            <a:r>
              <a:rPr lang="en-IN" dirty="0" err="1"/>
              <a:t>DateTimeFormatter.ofPattern</a:t>
            </a:r>
            <a:r>
              <a:rPr lang="en-IN" dirty="0"/>
              <a:t>("</a:t>
            </a:r>
            <a:r>
              <a:rPr lang="en-IN" dirty="0" err="1"/>
              <a:t>dd</a:t>
            </a:r>
            <a:r>
              <a:rPr lang="en-IN" dirty="0"/>
              <a:t>-MM-</a:t>
            </a:r>
            <a:r>
              <a:rPr lang="en-IN" dirty="0" err="1"/>
              <a:t>yyyy</a:t>
            </a:r>
            <a:r>
              <a:rPr lang="en-IN" dirty="0"/>
              <a:t> </a:t>
            </a:r>
            <a:r>
              <a:rPr lang="en-IN" dirty="0" err="1"/>
              <a:t>HH:mm:ss</a:t>
            </a:r>
            <a:r>
              <a:rPr lang="en-IN" dirty="0"/>
              <a:t>");</a:t>
            </a:r>
          </a:p>
          <a:p>
            <a:pPr marL="0" indent="0">
              <a:buNone/>
            </a:pPr>
            <a:r>
              <a:rPr lang="en-IN" dirty="0"/>
              <a:t>        String </a:t>
            </a:r>
            <a:r>
              <a:rPr lang="en-IN" dirty="0" err="1"/>
              <a:t>formattedDateTime</a:t>
            </a:r>
            <a:r>
              <a:rPr lang="en-IN" dirty="0"/>
              <a:t> = </a:t>
            </a:r>
            <a:r>
              <a:rPr lang="en-IN" dirty="0" err="1"/>
              <a:t>now.format</a:t>
            </a:r>
            <a:r>
              <a:rPr lang="en-IN" dirty="0"/>
              <a:t>(formatter);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("Formatted </a:t>
            </a:r>
            <a:r>
              <a:rPr lang="en-IN" dirty="0" err="1"/>
              <a:t>DateTime</a:t>
            </a:r>
            <a:r>
              <a:rPr lang="en-IN" dirty="0"/>
              <a:t>: " + </a:t>
            </a:r>
            <a:r>
              <a:rPr lang="en-IN" dirty="0" err="1"/>
              <a:t>formattedDateTime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30082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Duration and </a:t>
            </a:r>
            <a:r>
              <a:rPr lang="en-IN" b="1" dirty="0" smtClean="0"/>
              <a:t>Period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java.time</a:t>
            </a:r>
            <a:r>
              <a:rPr lang="en-IN" dirty="0"/>
              <a:t>.*;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DurationPeriodExample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Duration </a:t>
            </a:r>
            <a:r>
              <a:rPr lang="en-IN" dirty="0" err="1"/>
              <a:t>duration</a:t>
            </a:r>
            <a:r>
              <a:rPr lang="en-IN" dirty="0"/>
              <a:t> = </a:t>
            </a:r>
            <a:r>
              <a:rPr lang="en-IN" dirty="0" err="1"/>
              <a:t>Duration.ofHours</a:t>
            </a:r>
            <a:r>
              <a:rPr lang="en-IN" dirty="0"/>
              <a:t>(5);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("Duration of 5 hours: " + duration);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Period </a:t>
            </a:r>
            <a:r>
              <a:rPr lang="en-IN" dirty="0" err="1"/>
              <a:t>period</a:t>
            </a:r>
            <a:r>
              <a:rPr lang="en-IN" dirty="0"/>
              <a:t> = </a:t>
            </a:r>
            <a:r>
              <a:rPr lang="en-IN" dirty="0" err="1"/>
              <a:t>Period.ofMonths</a:t>
            </a:r>
            <a:r>
              <a:rPr lang="en-IN" dirty="0"/>
              <a:t>(3);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("Period of 3 months: " + period);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3008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70000" lnSpcReduction="20000"/>
          </a:bodyPr>
          <a:lstStyle/>
          <a:p>
            <a:r>
              <a:rPr lang="en-IN" dirty="0" smtClean="0"/>
              <a:t>Practice Examples – </a:t>
            </a:r>
          </a:p>
          <a:p>
            <a:pPr marL="0" indent="0">
              <a:buNone/>
            </a:pPr>
            <a:r>
              <a:rPr lang="en-US" b="1" dirty="0"/>
              <a:t>Finding the Difference Between Two </a:t>
            </a:r>
            <a:r>
              <a:rPr lang="en-US" b="1" dirty="0" smtClean="0"/>
              <a:t>Dates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java.time.LocalDate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java.time.Period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DateDifference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LocalDate</a:t>
            </a:r>
            <a:r>
              <a:rPr lang="en-IN" dirty="0"/>
              <a:t> </a:t>
            </a:r>
            <a:r>
              <a:rPr lang="en-IN" dirty="0" err="1"/>
              <a:t>startDate</a:t>
            </a:r>
            <a:r>
              <a:rPr lang="en-IN" dirty="0"/>
              <a:t> = </a:t>
            </a:r>
            <a:r>
              <a:rPr lang="en-IN" dirty="0" err="1"/>
              <a:t>LocalDate.of</a:t>
            </a:r>
            <a:r>
              <a:rPr lang="en-IN" dirty="0"/>
              <a:t>(2022, 1, 1);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LocalDate</a:t>
            </a:r>
            <a:r>
              <a:rPr lang="en-IN" dirty="0"/>
              <a:t> </a:t>
            </a:r>
            <a:r>
              <a:rPr lang="en-IN" dirty="0" err="1"/>
              <a:t>endDate</a:t>
            </a:r>
            <a:r>
              <a:rPr lang="en-IN" dirty="0"/>
              <a:t> = </a:t>
            </a:r>
            <a:r>
              <a:rPr lang="en-IN" dirty="0" err="1"/>
              <a:t>LocalDate.of</a:t>
            </a:r>
            <a:r>
              <a:rPr lang="en-IN" dirty="0"/>
              <a:t>(2025, 3, 3);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Period difference = </a:t>
            </a:r>
            <a:r>
              <a:rPr lang="en-IN" dirty="0" err="1"/>
              <a:t>Period.between</a:t>
            </a:r>
            <a:r>
              <a:rPr lang="en-IN" dirty="0"/>
              <a:t>(</a:t>
            </a:r>
            <a:r>
              <a:rPr lang="en-IN" dirty="0" err="1"/>
              <a:t>startDate</a:t>
            </a:r>
            <a:r>
              <a:rPr lang="en-IN" dirty="0"/>
              <a:t>, </a:t>
            </a:r>
            <a:r>
              <a:rPr lang="en-IN" dirty="0" err="1"/>
              <a:t>endDate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("Difference: " + </a:t>
            </a:r>
            <a:r>
              <a:rPr lang="en-IN" dirty="0" err="1"/>
              <a:t>difference.getYears</a:t>
            </a:r>
            <a:r>
              <a:rPr lang="en-IN" dirty="0"/>
              <a:t>() + " years, " + </a:t>
            </a:r>
          </a:p>
          <a:p>
            <a:pPr marL="0" indent="0">
              <a:buNone/>
            </a:pPr>
            <a:r>
              <a:rPr lang="en-IN" dirty="0"/>
              <a:t>                           </a:t>
            </a:r>
            <a:r>
              <a:rPr lang="en-IN" dirty="0" err="1"/>
              <a:t>difference.getMonths</a:t>
            </a:r>
            <a:r>
              <a:rPr lang="en-IN" dirty="0"/>
              <a:t>() + " months, " + </a:t>
            </a:r>
            <a:r>
              <a:rPr lang="en-IN" dirty="0" err="1"/>
              <a:t>difference.getDays</a:t>
            </a:r>
            <a:r>
              <a:rPr lang="en-IN" dirty="0"/>
              <a:t>() + " days");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3008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Adding and Subtracting Days, Months, and </a:t>
            </a:r>
            <a:r>
              <a:rPr lang="en-US" dirty="0" smtClean="0"/>
              <a:t>Years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java.time.LocalDate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DateManipulation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LocalDate</a:t>
            </a:r>
            <a:r>
              <a:rPr lang="en-IN" dirty="0"/>
              <a:t> today = </a:t>
            </a:r>
            <a:r>
              <a:rPr lang="en-IN" dirty="0" err="1"/>
              <a:t>LocalDate.now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LocalDate</a:t>
            </a:r>
            <a:r>
              <a:rPr lang="en-IN" dirty="0"/>
              <a:t> </a:t>
            </a:r>
            <a:r>
              <a:rPr lang="en-IN" dirty="0" err="1"/>
              <a:t>futureDate</a:t>
            </a:r>
            <a:r>
              <a:rPr lang="en-IN" dirty="0"/>
              <a:t> = </a:t>
            </a:r>
            <a:r>
              <a:rPr lang="en-IN" dirty="0" err="1"/>
              <a:t>today.plusMonths</a:t>
            </a:r>
            <a:r>
              <a:rPr lang="en-IN" dirty="0"/>
              <a:t>(6);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LocalDate</a:t>
            </a:r>
            <a:r>
              <a:rPr lang="en-IN" dirty="0"/>
              <a:t> </a:t>
            </a:r>
            <a:r>
              <a:rPr lang="en-IN" dirty="0" err="1"/>
              <a:t>pastDate</a:t>
            </a:r>
            <a:r>
              <a:rPr lang="en-IN" dirty="0"/>
              <a:t> = </a:t>
            </a:r>
            <a:r>
              <a:rPr lang="en-IN" dirty="0" err="1"/>
              <a:t>today.minusYears</a:t>
            </a:r>
            <a:r>
              <a:rPr lang="en-IN" dirty="0"/>
              <a:t>(2);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("Today's Date: " + today);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("Date After 6 Months: " + </a:t>
            </a:r>
            <a:r>
              <a:rPr lang="en-IN" dirty="0" err="1"/>
              <a:t>futureDate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("Date 2 Years Ago: " + </a:t>
            </a:r>
            <a:r>
              <a:rPr lang="en-IN" dirty="0" err="1"/>
              <a:t>pastDate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3008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Getting the Day of the </a:t>
            </a:r>
            <a:r>
              <a:rPr lang="en-US" dirty="0" smtClean="0"/>
              <a:t>Week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java.time.LocalDate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java.time.DayOfWeek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DayOfWeekExample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LocalDate</a:t>
            </a:r>
            <a:r>
              <a:rPr lang="en-IN" dirty="0"/>
              <a:t> date = </a:t>
            </a:r>
            <a:r>
              <a:rPr lang="en-IN" dirty="0" err="1"/>
              <a:t>LocalDate.of</a:t>
            </a:r>
            <a:r>
              <a:rPr lang="en-IN" dirty="0"/>
              <a:t>(2025, 3, 3);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DayOfWeek</a:t>
            </a:r>
            <a:r>
              <a:rPr lang="en-IN" dirty="0"/>
              <a:t> </a:t>
            </a:r>
            <a:r>
              <a:rPr lang="en-IN" dirty="0" err="1"/>
              <a:t>dayOfWeek</a:t>
            </a:r>
            <a:r>
              <a:rPr lang="en-IN" dirty="0"/>
              <a:t> = </a:t>
            </a:r>
            <a:r>
              <a:rPr lang="en-IN" dirty="0" err="1"/>
              <a:t>date.getDayOfWeek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("The day of the week for " + date + " is: " + </a:t>
            </a:r>
            <a:r>
              <a:rPr lang="en-IN" dirty="0" err="1"/>
              <a:t>dayOfWeek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30082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77500" lnSpcReduction="20000"/>
          </a:bodyPr>
          <a:lstStyle/>
          <a:p>
            <a:r>
              <a:rPr lang="en-IN" dirty="0"/>
              <a:t>Converting String to </a:t>
            </a:r>
            <a:r>
              <a:rPr lang="en-IN" dirty="0" err="1" smtClean="0"/>
              <a:t>LocalDate</a:t>
            </a:r>
            <a:endParaRPr lang="en-IN" dirty="0" smtClean="0"/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java.time.LocalDate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java.time.format.DateTimeFormatter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StringToDate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String </a:t>
            </a:r>
            <a:r>
              <a:rPr lang="en-IN" dirty="0" err="1"/>
              <a:t>dateStr</a:t>
            </a:r>
            <a:r>
              <a:rPr lang="en-IN" dirty="0"/>
              <a:t> = "03-03-2025";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DateTimeFormatter</a:t>
            </a:r>
            <a:r>
              <a:rPr lang="en-IN" dirty="0"/>
              <a:t> formatter = </a:t>
            </a:r>
            <a:r>
              <a:rPr lang="en-IN" dirty="0" err="1"/>
              <a:t>DateTimeFormatter.ofPattern</a:t>
            </a:r>
            <a:r>
              <a:rPr lang="en-IN" dirty="0"/>
              <a:t>("</a:t>
            </a:r>
            <a:r>
              <a:rPr lang="en-IN" dirty="0" err="1"/>
              <a:t>dd</a:t>
            </a:r>
            <a:r>
              <a:rPr lang="en-IN" dirty="0"/>
              <a:t>-MM-</a:t>
            </a:r>
            <a:r>
              <a:rPr lang="en-IN" dirty="0" err="1"/>
              <a:t>yyyy</a:t>
            </a:r>
            <a:r>
              <a:rPr lang="en-IN" dirty="0"/>
              <a:t>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LocalDate</a:t>
            </a:r>
            <a:r>
              <a:rPr lang="en-IN" dirty="0"/>
              <a:t> date = </a:t>
            </a:r>
            <a:r>
              <a:rPr lang="en-IN" dirty="0" err="1"/>
              <a:t>LocalDate.parse</a:t>
            </a:r>
            <a:r>
              <a:rPr lang="en-IN" dirty="0"/>
              <a:t>(</a:t>
            </a:r>
            <a:r>
              <a:rPr lang="en-IN" dirty="0" err="1"/>
              <a:t>dateStr</a:t>
            </a:r>
            <a:r>
              <a:rPr lang="en-IN" dirty="0"/>
              <a:t>, formatter);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("Converted Date: " + date);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3008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Convert </a:t>
            </a:r>
            <a:r>
              <a:rPr lang="en-US" b="1" dirty="0" err="1"/>
              <a:t>LocalDateTime</a:t>
            </a:r>
            <a:r>
              <a:rPr lang="en-US" b="1" dirty="0"/>
              <a:t> to </a:t>
            </a:r>
            <a:r>
              <a:rPr lang="en-US" b="1" dirty="0" err="1"/>
              <a:t>ZonedDateTime</a:t>
            </a:r>
            <a:endParaRPr lang="en-US" b="1" dirty="0"/>
          </a:p>
          <a:p>
            <a:r>
              <a:rPr lang="en-US" dirty="0"/>
              <a:t>You can convert a </a:t>
            </a:r>
            <a:r>
              <a:rPr lang="en-US" dirty="0" err="1"/>
              <a:t>LocalDateTime</a:t>
            </a:r>
            <a:r>
              <a:rPr lang="en-US" dirty="0"/>
              <a:t> to a specific time zone using </a:t>
            </a:r>
            <a:r>
              <a:rPr lang="en-US" dirty="0" err="1"/>
              <a:t>ZoneId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java.time.LocalDateTime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java.time.ZoneId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java.time.ZonedDateTime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Main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// Get current </a:t>
            </a:r>
            <a:r>
              <a:rPr lang="en-IN" dirty="0" err="1"/>
              <a:t>LocalDateTime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LocalDateTime</a:t>
            </a:r>
            <a:r>
              <a:rPr lang="en-IN" dirty="0"/>
              <a:t> </a:t>
            </a:r>
            <a:r>
              <a:rPr lang="en-IN" dirty="0" err="1"/>
              <a:t>localDateTime</a:t>
            </a:r>
            <a:r>
              <a:rPr lang="en-IN" dirty="0"/>
              <a:t> = </a:t>
            </a:r>
            <a:r>
              <a:rPr lang="en-IN" dirty="0" err="1"/>
              <a:t>LocalDateTime.now</a:t>
            </a:r>
            <a:r>
              <a:rPr lang="en-IN" dirty="0"/>
              <a:t>();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Specify the desired time zone (e.g., Asia/Kolkata)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ZoneId</a:t>
            </a:r>
            <a:r>
              <a:rPr lang="en-IN" dirty="0"/>
              <a:t> </a:t>
            </a:r>
            <a:r>
              <a:rPr lang="en-IN" dirty="0" err="1"/>
              <a:t>zoneId</a:t>
            </a:r>
            <a:r>
              <a:rPr lang="en-IN" dirty="0"/>
              <a:t> = </a:t>
            </a:r>
            <a:r>
              <a:rPr lang="en-IN" dirty="0" err="1"/>
              <a:t>ZoneId.systemDefault</a:t>
            </a:r>
            <a:r>
              <a:rPr lang="en-IN" dirty="0"/>
              <a:t>(); // or </a:t>
            </a:r>
            <a:r>
              <a:rPr lang="en-IN" dirty="0" err="1"/>
              <a:t>ZoneId.of</a:t>
            </a:r>
            <a:r>
              <a:rPr lang="en-IN" dirty="0"/>
              <a:t>("Asia/Kolkata")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Convert </a:t>
            </a:r>
            <a:r>
              <a:rPr lang="en-IN" dirty="0" err="1"/>
              <a:t>LocalDateTime</a:t>
            </a:r>
            <a:r>
              <a:rPr lang="en-IN" dirty="0"/>
              <a:t> to </a:t>
            </a:r>
            <a:r>
              <a:rPr lang="en-IN" dirty="0" err="1"/>
              <a:t>ZonedDateTime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ZonedDateTime</a:t>
            </a:r>
            <a:r>
              <a:rPr lang="en-IN" dirty="0"/>
              <a:t> </a:t>
            </a:r>
            <a:r>
              <a:rPr lang="en-IN" dirty="0" err="1"/>
              <a:t>zonedDateTime</a:t>
            </a:r>
            <a:r>
              <a:rPr lang="en-IN" dirty="0"/>
              <a:t> = </a:t>
            </a:r>
            <a:r>
              <a:rPr lang="en-IN" dirty="0" err="1"/>
              <a:t>localDateTime.atZone</a:t>
            </a:r>
            <a:r>
              <a:rPr lang="en-IN" dirty="0"/>
              <a:t>(</a:t>
            </a:r>
            <a:r>
              <a:rPr lang="en-IN" dirty="0" err="1"/>
              <a:t>zoneId</a:t>
            </a:r>
            <a:r>
              <a:rPr lang="en-IN" dirty="0"/>
              <a:t>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  // Print the result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</a:t>
            </a:r>
            <a:r>
              <a:rPr lang="en-IN" dirty="0" err="1"/>
              <a:t>LocalDateTime</a:t>
            </a:r>
            <a:r>
              <a:rPr lang="en-IN" dirty="0"/>
              <a:t>: " + </a:t>
            </a:r>
            <a:r>
              <a:rPr lang="en-IN" dirty="0" err="1"/>
              <a:t>localDateTime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</a:t>
            </a:r>
            <a:r>
              <a:rPr lang="en-IN" dirty="0" err="1"/>
              <a:t>ZonedDateTime</a:t>
            </a:r>
            <a:r>
              <a:rPr lang="en-IN" dirty="0"/>
              <a:t>: " + </a:t>
            </a:r>
            <a:r>
              <a:rPr lang="en-IN" dirty="0" err="1"/>
              <a:t>zonedDateTime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300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Convert </a:t>
            </a:r>
            <a:r>
              <a:rPr lang="en-US" b="1" dirty="0" err="1"/>
              <a:t>LocalDateTime</a:t>
            </a:r>
            <a:r>
              <a:rPr lang="en-US" b="1" dirty="0"/>
              <a:t> to Different Time </a:t>
            </a:r>
            <a:r>
              <a:rPr lang="en-US" b="1" dirty="0" smtClean="0"/>
              <a:t>Zones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Write a Java program that:</a:t>
            </a:r>
          </a:p>
          <a:p>
            <a:r>
              <a:rPr lang="en-US" dirty="0"/>
              <a:t>Gets the </a:t>
            </a:r>
            <a:r>
              <a:rPr lang="en-US" b="1" dirty="0"/>
              <a:t>current </a:t>
            </a:r>
            <a:r>
              <a:rPr lang="en-US" b="1" dirty="0" err="1"/>
              <a:t>LocalDateTime</a:t>
            </a:r>
            <a:r>
              <a:rPr lang="en-US" dirty="0"/>
              <a:t>.</a:t>
            </a:r>
          </a:p>
          <a:p>
            <a:r>
              <a:rPr lang="en-US" dirty="0"/>
              <a:t>Converts it to </a:t>
            </a:r>
            <a:r>
              <a:rPr lang="en-US" b="1" dirty="0"/>
              <a:t>New York (America/</a:t>
            </a:r>
            <a:r>
              <a:rPr lang="en-US" b="1" dirty="0" err="1"/>
              <a:t>New_York</a:t>
            </a:r>
            <a:r>
              <a:rPr lang="en-US" b="1" dirty="0"/>
              <a:t>) time zone</a:t>
            </a:r>
            <a:r>
              <a:rPr lang="en-US" dirty="0"/>
              <a:t>.</a:t>
            </a:r>
          </a:p>
          <a:p>
            <a:r>
              <a:rPr lang="en-US" dirty="0"/>
              <a:t>Converts it to </a:t>
            </a:r>
            <a:r>
              <a:rPr lang="en-US" b="1" dirty="0"/>
              <a:t>London (Europe/London) time zone</a:t>
            </a:r>
            <a:r>
              <a:rPr lang="en-US" dirty="0"/>
              <a:t>.</a:t>
            </a:r>
          </a:p>
          <a:p>
            <a:r>
              <a:rPr lang="en-US" dirty="0"/>
              <a:t>Prints both converted date-time values.</a:t>
            </a:r>
          </a:p>
          <a:p>
            <a:r>
              <a:rPr lang="en-US" b="1" dirty="0" smtClean="0"/>
              <a:t>Hint</a:t>
            </a:r>
            <a:r>
              <a:rPr lang="en-US" b="1" dirty="0"/>
              <a:t>:</a:t>
            </a:r>
            <a:r>
              <a:rPr lang="en-US" dirty="0"/>
              <a:t> Use </a:t>
            </a:r>
            <a:r>
              <a:rPr lang="en-US" dirty="0" err="1"/>
              <a:t>ZonedDateTime</a:t>
            </a:r>
            <a:r>
              <a:rPr lang="en-US" dirty="0"/>
              <a:t> and </a:t>
            </a:r>
            <a:r>
              <a:rPr lang="en-US" dirty="0" err="1"/>
              <a:t>ZoneId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b="1" dirty="0" smtClean="0"/>
              <a:t>Calculate </a:t>
            </a:r>
            <a:r>
              <a:rPr lang="en-US" b="1" dirty="0"/>
              <a:t>Age from Date of Birth</a:t>
            </a:r>
          </a:p>
          <a:p>
            <a:r>
              <a:rPr lang="en-US" dirty="0" smtClean="0"/>
              <a:t>Write </a:t>
            </a:r>
            <a:r>
              <a:rPr lang="en-US" dirty="0"/>
              <a:t>a Java program that:</a:t>
            </a:r>
          </a:p>
          <a:p>
            <a:r>
              <a:rPr lang="en-US" dirty="0"/>
              <a:t>Takes a user's </a:t>
            </a:r>
            <a:r>
              <a:rPr lang="en-US" b="1" dirty="0"/>
              <a:t>date of birth (YYYY-MM-DD format)</a:t>
            </a:r>
            <a:r>
              <a:rPr lang="en-US" dirty="0"/>
              <a:t> as input.</a:t>
            </a:r>
          </a:p>
          <a:p>
            <a:r>
              <a:rPr lang="en-US" dirty="0"/>
              <a:t>Calculates and prints their </a:t>
            </a:r>
            <a:r>
              <a:rPr lang="en-US" b="1" dirty="0"/>
              <a:t>current age</a:t>
            </a:r>
            <a:r>
              <a:rPr lang="en-US" dirty="0"/>
              <a:t> in years.</a:t>
            </a:r>
          </a:p>
          <a:p>
            <a:r>
              <a:rPr lang="en-US" dirty="0" smtClean="0"/>
              <a:t> </a:t>
            </a:r>
            <a:r>
              <a:rPr lang="en-US" b="1" dirty="0"/>
              <a:t>Hint:</a:t>
            </a:r>
            <a:r>
              <a:rPr lang="en-US" dirty="0"/>
              <a:t> Use </a:t>
            </a:r>
            <a:r>
              <a:rPr lang="en-US" dirty="0" err="1"/>
              <a:t>Period.between</a:t>
            </a:r>
            <a:r>
              <a:rPr lang="en-US" dirty="0"/>
              <a:t>().</a:t>
            </a:r>
          </a:p>
          <a:p>
            <a:endParaRPr lang="en-US" b="1" dirty="0" smtClean="0"/>
          </a:p>
          <a:p>
            <a:r>
              <a:rPr lang="en-US" b="1" dirty="0" smtClean="0"/>
              <a:t>Find </a:t>
            </a:r>
            <a:r>
              <a:rPr lang="en-US" b="1" dirty="0"/>
              <a:t>the Duration Between Two Instants</a:t>
            </a:r>
          </a:p>
          <a:p>
            <a:r>
              <a:rPr lang="en-US" dirty="0" smtClean="0"/>
              <a:t>Write </a:t>
            </a:r>
            <a:r>
              <a:rPr lang="en-US" dirty="0"/>
              <a:t>a Java program that:</a:t>
            </a:r>
          </a:p>
          <a:p>
            <a:r>
              <a:rPr lang="en-US" dirty="0"/>
              <a:t>Records the current </a:t>
            </a:r>
            <a:r>
              <a:rPr lang="en-US" b="1" dirty="0"/>
              <a:t>Instant</a:t>
            </a:r>
            <a:r>
              <a:rPr lang="en-US" dirty="0"/>
              <a:t> before starting a </a:t>
            </a:r>
            <a:r>
              <a:rPr lang="en-US" b="1" dirty="0"/>
              <a:t>loop</a:t>
            </a:r>
            <a:r>
              <a:rPr lang="en-US" dirty="0"/>
              <a:t> that runs for 5 million iterations.</a:t>
            </a:r>
          </a:p>
          <a:p>
            <a:r>
              <a:rPr lang="en-US" dirty="0"/>
              <a:t>Records the </a:t>
            </a:r>
            <a:r>
              <a:rPr lang="en-US" b="1" dirty="0"/>
              <a:t>Instant</a:t>
            </a:r>
            <a:r>
              <a:rPr lang="en-US" dirty="0"/>
              <a:t> after the loop completes.</a:t>
            </a:r>
          </a:p>
          <a:p>
            <a:r>
              <a:rPr lang="en-US" dirty="0"/>
              <a:t>Calculates and prints the </a:t>
            </a:r>
            <a:r>
              <a:rPr lang="en-US" b="1" dirty="0"/>
              <a:t>time taken</a:t>
            </a:r>
            <a:r>
              <a:rPr lang="en-US" dirty="0"/>
              <a:t> in seconds and milliseconds.</a:t>
            </a:r>
          </a:p>
          <a:p>
            <a:r>
              <a:rPr lang="en-US" dirty="0" smtClean="0"/>
              <a:t>Use </a:t>
            </a:r>
            <a:r>
              <a:rPr lang="en-US" dirty="0" err="1"/>
              <a:t>Instant.now</a:t>
            </a:r>
            <a:r>
              <a:rPr lang="en-US" dirty="0"/>
              <a:t>() and </a:t>
            </a:r>
            <a:r>
              <a:rPr lang="en-US" dirty="0" err="1"/>
              <a:t>Duration.between</a:t>
            </a:r>
            <a:r>
              <a:rPr lang="en-US" dirty="0"/>
              <a:t>().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6109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Random Class (</a:t>
            </a:r>
            <a:r>
              <a:rPr lang="en-IN" b="1" dirty="0" err="1"/>
              <a:t>java.util.Random</a:t>
            </a:r>
            <a:r>
              <a:rPr lang="en-IN" b="1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Random class is used to generate pseudo-random numbers of different data types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Key methods of Random class- </a:t>
            </a:r>
          </a:p>
          <a:p>
            <a:pPr marL="0" indent="0">
              <a:buNone/>
            </a:pPr>
            <a:endParaRPr lang="en-IN" sz="2800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352800"/>
            <a:ext cx="7010400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833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Generating Random </a:t>
            </a:r>
            <a:r>
              <a:rPr lang="en-IN" dirty="0" smtClean="0"/>
              <a:t>Numbers – 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java.util.Random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RandomExample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Random </a:t>
            </a:r>
            <a:r>
              <a:rPr lang="en-IN" dirty="0" err="1"/>
              <a:t>random</a:t>
            </a:r>
            <a:r>
              <a:rPr lang="en-IN" dirty="0"/>
              <a:t> = new Random();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randomInt</a:t>
            </a:r>
            <a:r>
              <a:rPr lang="en-IN" dirty="0"/>
              <a:t> = </a:t>
            </a:r>
            <a:r>
              <a:rPr lang="en-IN" dirty="0" err="1"/>
              <a:t>random.nextInt</a:t>
            </a:r>
            <a:r>
              <a:rPr lang="en-IN" dirty="0"/>
              <a:t>(100); // Random integer between 0 and 99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("Random Integer: " + </a:t>
            </a:r>
            <a:r>
              <a:rPr lang="en-IN" dirty="0" err="1"/>
              <a:t>randomInt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double </a:t>
            </a:r>
            <a:r>
              <a:rPr lang="en-IN" dirty="0" err="1"/>
              <a:t>randomDouble</a:t>
            </a:r>
            <a:r>
              <a:rPr lang="en-IN" dirty="0"/>
              <a:t> = </a:t>
            </a:r>
            <a:r>
              <a:rPr lang="en-IN" dirty="0" err="1"/>
              <a:t>random.nextDouble</a:t>
            </a:r>
            <a:r>
              <a:rPr lang="en-IN" dirty="0"/>
              <a:t>(); // Random double between 0.0 and 1.0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("Random Double: " + </a:t>
            </a:r>
            <a:r>
              <a:rPr lang="en-IN" dirty="0" err="1"/>
              <a:t>randomDouble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boolean</a:t>
            </a:r>
            <a:r>
              <a:rPr lang="en-IN" dirty="0"/>
              <a:t> </a:t>
            </a:r>
            <a:r>
              <a:rPr lang="en-IN" dirty="0" err="1"/>
              <a:t>randomBoolean</a:t>
            </a:r>
            <a:r>
              <a:rPr lang="en-IN" dirty="0"/>
              <a:t> = </a:t>
            </a:r>
            <a:r>
              <a:rPr lang="en-IN" dirty="0" err="1"/>
              <a:t>random.nextBoolean</a:t>
            </a:r>
            <a:r>
              <a:rPr lang="en-IN" dirty="0"/>
              <a:t>(); // Random </a:t>
            </a:r>
            <a:r>
              <a:rPr lang="en-IN" dirty="0" err="1"/>
              <a:t>boolean</a:t>
            </a:r>
            <a:r>
              <a:rPr lang="en-IN" dirty="0"/>
              <a:t> value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("Random Boolean: " + </a:t>
            </a:r>
            <a:r>
              <a:rPr lang="en-IN" dirty="0" err="1"/>
              <a:t>randomBoolean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3008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Generating Random Numbers in a </a:t>
            </a:r>
            <a:r>
              <a:rPr lang="en-US" dirty="0" smtClean="0"/>
              <a:t>Range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java.util.Random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RandomRangeExample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Random </a:t>
            </a:r>
            <a:r>
              <a:rPr lang="en-IN" dirty="0" err="1"/>
              <a:t>random</a:t>
            </a:r>
            <a:r>
              <a:rPr lang="en-IN" dirty="0"/>
              <a:t> = new Random();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int</a:t>
            </a:r>
            <a:r>
              <a:rPr lang="en-IN" dirty="0"/>
              <a:t> min = 50, max = 100;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randomInRange</a:t>
            </a:r>
            <a:r>
              <a:rPr lang="en-IN" dirty="0"/>
              <a:t> = </a:t>
            </a:r>
            <a:r>
              <a:rPr lang="en-IN" dirty="0" err="1"/>
              <a:t>random.nextInt</a:t>
            </a:r>
            <a:r>
              <a:rPr lang="en-IN" dirty="0"/>
              <a:t>(max - min + 1) + min;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("Random Integer in Range (50-100): " + </a:t>
            </a:r>
            <a:r>
              <a:rPr lang="en-IN" dirty="0" err="1"/>
              <a:t>randomInRange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3008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Generating Random Characters (Alphabets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java.util.Random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RandomCharacterExample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Random </a:t>
            </a:r>
            <a:r>
              <a:rPr lang="en-IN" dirty="0" err="1"/>
              <a:t>random</a:t>
            </a:r>
            <a:r>
              <a:rPr lang="en-IN" dirty="0"/>
              <a:t> = new Random();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char </a:t>
            </a:r>
            <a:r>
              <a:rPr lang="en-IN" dirty="0" err="1"/>
              <a:t>randomChar</a:t>
            </a:r>
            <a:r>
              <a:rPr lang="en-IN" dirty="0"/>
              <a:t> = (char) (</a:t>
            </a:r>
            <a:r>
              <a:rPr lang="en-IN" dirty="0" err="1"/>
              <a:t>random.nextInt</a:t>
            </a:r>
            <a:r>
              <a:rPr lang="en-IN" dirty="0"/>
              <a:t>(26) + 'A'); // Random uppercase letter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("Random Uppercase Letter: " + </a:t>
            </a:r>
            <a:r>
              <a:rPr lang="en-IN" dirty="0" err="1"/>
              <a:t>randomChar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char </a:t>
            </a:r>
            <a:r>
              <a:rPr lang="en-IN" dirty="0" err="1"/>
              <a:t>randomLowerChar</a:t>
            </a:r>
            <a:r>
              <a:rPr lang="en-IN" dirty="0"/>
              <a:t> = (char) (</a:t>
            </a:r>
            <a:r>
              <a:rPr lang="en-IN" dirty="0" err="1"/>
              <a:t>random.nextInt</a:t>
            </a:r>
            <a:r>
              <a:rPr lang="en-IN" dirty="0"/>
              <a:t>(26) + 'a'); // Random lowercase letter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("Random Lowercase Letter: " + </a:t>
            </a:r>
            <a:r>
              <a:rPr lang="en-IN" dirty="0" err="1"/>
              <a:t>randomLowerChar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30082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Generating Random OTP (6-digit</a:t>
            </a:r>
            <a:r>
              <a:rPr lang="en-IN" dirty="0" smtClean="0"/>
              <a:t>)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java.util.Random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RandomOTPExample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Random </a:t>
            </a:r>
            <a:r>
              <a:rPr lang="en-IN" dirty="0" err="1"/>
              <a:t>random</a:t>
            </a:r>
            <a:r>
              <a:rPr lang="en-IN" dirty="0"/>
              <a:t> = new Random();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int</a:t>
            </a:r>
            <a:r>
              <a:rPr lang="en-IN" dirty="0"/>
              <a:t> </a:t>
            </a:r>
            <a:r>
              <a:rPr lang="en-IN" dirty="0" err="1"/>
              <a:t>otp</a:t>
            </a:r>
            <a:r>
              <a:rPr lang="en-IN" dirty="0"/>
              <a:t> = 100000 + </a:t>
            </a:r>
            <a:r>
              <a:rPr lang="en-IN" dirty="0" err="1"/>
              <a:t>random.nextInt</a:t>
            </a:r>
            <a:r>
              <a:rPr lang="en-IN" dirty="0"/>
              <a:t>(900000); // Generates 6-digit OTP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("Random OTP: " + </a:t>
            </a:r>
            <a:r>
              <a:rPr lang="en-IN" dirty="0" err="1"/>
              <a:t>otp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3008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Generating Random Floating-Point Numbers in a </a:t>
            </a:r>
            <a:r>
              <a:rPr lang="en-US" dirty="0" smtClean="0"/>
              <a:t>Range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java.util.Random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RandomFloatExample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Random </a:t>
            </a:r>
            <a:r>
              <a:rPr lang="en-IN" dirty="0" err="1"/>
              <a:t>random</a:t>
            </a:r>
            <a:r>
              <a:rPr lang="en-IN" dirty="0"/>
              <a:t> = new Random();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float min = 5.5f, max = 15.5f;</a:t>
            </a:r>
          </a:p>
          <a:p>
            <a:pPr marL="0" indent="0">
              <a:buNone/>
            </a:pPr>
            <a:r>
              <a:rPr lang="en-IN" dirty="0"/>
              <a:t>        float </a:t>
            </a:r>
            <a:r>
              <a:rPr lang="en-IN" dirty="0" err="1"/>
              <a:t>randomFloat</a:t>
            </a:r>
            <a:r>
              <a:rPr lang="en-IN" dirty="0"/>
              <a:t> = min + </a:t>
            </a:r>
            <a:r>
              <a:rPr lang="en-IN" dirty="0" err="1"/>
              <a:t>random.nextFloat</a:t>
            </a:r>
            <a:r>
              <a:rPr lang="en-IN" dirty="0"/>
              <a:t>() * (max - min);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("Random Float between 5.5 and 15.5: " + </a:t>
            </a:r>
            <a:r>
              <a:rPr lang="en-IN" dirty="0" err="1"/>
              <a:t>randomFloat</a:t>
            </a:r>
            <a:r>
              <a:rPr lang="en-IN" dirty="0"/>
              <a:t>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30082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55000" lnSpcReduction="20000"/>
          </a:bodyPr>
          <a:lstStyle/>
          <a:p>
            <a:r>
              <a:rPr lang="en-IN" dirty="0"/>
              <a:t>Generating a Random </a:t>
            </a:r>
            <a:r>
              <a:rPr lang="en-IN" dirty="0" smtClean="0"/>
              <a:t>Password</a:t>
            </a:r>
          </a:p>
          <a:p>
            <a:pPr marL="0" indent="0">
              <a:buNone/>
            </a:pPr>
            <a:r>
              <a:rPr lang="en-IN" dirty="0"/>
              <a:t>import </a:t>
            </a:r>
            <a:r>
              <a:rPr lang="en-IN" dirty="0" err="1"/>
              <a:t>java.util.Random</a:t>
            </a:r>
            <a:r>
              <a:rPr lang="en-IN" dirty="0"/>
              <a:t>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public class </a:t>
            </a:r>
            <a:r>
              <a:rPr lang="en-IN" dirty="0" err="1"/>
              <a:t>RandomPasswordExample</a:t>
            </a:r>
            <a:r>
              <a:rPr lang="en-IN" dirty="0"/>
              <a:t> {</a:t>
            </a:r>
          </a:p>
          <a:p>
            <a:pPr marL="0" indent="0">
              <a:buNone/>
            </a:pPr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Random </a:t>
            </a:r>
            <a:r>
              <a:rPr lang="en-IN" dirty="0" err="1"/>
              <a:t>random</a:t>
            </a:r>
            <a:r>
              <a:rPr lang="en-IN" dirty="0"/>
              <a:t> = new Random();</a:t>
            </a:r>
          </a:p>
          <a:p>
            <a:pPr marL="0" indent="0">
              <a:buNone/>
            </a:pPr>
            <a:r>
              <a:rPr lang="en-IN" dirty="0"/>
              <a:t>        String characters = "ABCDEFGHIJKLMNOPQRSTUVWXYZabcdefghijklmnopqrstuvwxyz0123456789!@#$%^&amp;*";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StringBuilder</a:t>
            </a:r>
            <a:r>
              <a:rPr lang="en-IN" dirty="0"/>
              <a:t> password = new </a:t>
            </a:r>
            <a:r>
              <a:rPr lang="en-IN" dirty="0" err="1"/>
              <a:t>StringBuilder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        for (</a:t>
            </a:r>
            <a:r>
              <a:rPr lang="en-IN" dirty="0" err="1"/>
              <a:t>int</a:t>
            </a:r>
            <a:r>
              <a:rPr lang="en-IN" dirty="0"/>
              <a:t> i = 0; i &lt; 8; i++) { // 8-character password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int</a:t>
            </a:r>
            <a:r>
              <a:rPr lang="en-IN" dirty="0"/>
              <a:t> index = </a:t>
            </a:r>
            <a:r>
              <a:rPr lang="en-IN" dirty="0" err="1"/>
              <a:t>random.nextInt</a:t>
            </a:r>
            <a:r>
              <a:rPr lang="en-IN" dirty="0"/>
              <a:t>(</a:t>
            </a:r>
            <a:r>
              <a:rPr lang="en-IN" dirty="0" err="1"/>
              <a:t>characters.length</a:t>
            </a:r>
            <a:r>
              <a:rPr lang="en-IN" dirty="0"/>
              <a:t>());</a:t>
            </a:r>
          </a:p>
          <a:p>
            <a:pPr marL="0" indent="0">
              <a:buNone/>
            </a:pPr>
            <a:r>
              <a:rPr lang="en-IN" dirty="0"/>
              <a:t>            </a:t>
            </a:r>
            <a:r>
              <a:rPr lang="en-IN" dirty="0" err="1"/>
              <a:t>password.append</a:t>
            </a:r>
            <a:r>
              <a:rPr lang="en-IN" dirty="0"/>
              <a:t>(</a:t>
            </a:r>
            <a:r>
              <a:rPr lang="en-IN" dirty="0" err="1"/>
              <a:t>characters.charAt</a:t>
            </a:r>
            <a:r>
              <a:rPr lang="en-IN" dirty="0"/>
              <a:t>(index));</a:t>
            </a:r>
          </a:p>
          <a:p>
            <a:pPr marL="0" indent="0">
              <a:buNone/>
            </a:pPr>
            <a:r>
              <a:rPr lang="en-IN" dirty="0"/>
              <a:t>        }</a:t>
            </a:r>
          </a:p>
          <a:p>
            <a:pPr marL="0" indent="0">
              <a:buNone/>
            </a:pPr>
            <a:r>
              <a:rPr lang="en-IN" dirty="0"/>
              <a:t>        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("Random Password: " + password);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3008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533400"/>
            <a:ext cx="8229600" cy="5592763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Question 1: Generating Random Integers</a:t>
            </a:r>
          </a:p>
          <a:p>
            <a:r>
              <a:rPr lang="en-US" dirty="0"/>
              <a:t>Write a Java program that generates </a:t>
            </a:r>
            <a:r>
              <a:rPr lang="en-US" b="1" dirty="0"/>
              <a:t>5 random integers</a:t>
            </a:r>
            <a:r>
              <a:rPr lang="en-US" dirty="0"/>
              <a:t> between </a:t>
            </a:r>
            <a:r>
              <a:rPr lang="en-US" b="1" dirty="0"/>
              <a:t>1 and 100</a:t>
            </a:r>
            <a:r>
              <a:rPr lang="en-US" dirty="0"/>
              <a:t> (inclusive) using </a:t>
            </a:r>
            <a:r>
              <a:rPr lang="en-US" dirty="0" err="1"/>
              <a:t>java.util.Random</a:t>
            </a:r>
            <a:r>
              <a:rPr lang="en-US" dirty="0"/>
              <a:t> and prints them.</a:t>
            </a:r>
          </a:p>
          <a:p>
            <a:r>
              <a:rPr lang="en-US" dirty="0" smtClean="0"/>
              <a:t>Use </a:t>
            </a:r>
            <a:r>
              <a:rPr lang="en-US" dirty="0" err="1"/>
              <a:t>nextInt</a:t>
            </a:r>
            <a:r>
              <a:rPr lang="en-US" dirty="0"/>
              <a:t>(bound) and adjust for the desired range.</a:t>
            </a:r>
          </a:p>
          <a:p>
            <a:endParaRPr lang="en-US" b="1" dirty="0" smtClean="0"/>
          </a:p>
          <a:p>
            <a:r>
              <a:rPr lang="en-US" b="1" dirty="0" smtClean="0"/>
              <a:t>Question </a:t>
            </a:r>
            <a:r>
              <a:rPr lang="en-US" b="1" dirty="0"/>
              <a:t>2: Simulating a Dice Roll</a:t>
            </a:r>
          </a:p>
          <a:p>
            <a:r>
              <a:rPr lang="en-US" dirty="0"/>
              <a:t>Simulate rolling a </a:t>
            </a:r>
            <a:r>
              <a:rPr lang="en-US" b="1" dirty="0"/>
              <a:t>six-sided die</a:t>
            </a:r>
            <a:r>
              <a:rPr lang="en-US" dirty="0"/>
              <a:t> using </a:t>
            </a:r>
            <a:r>
              <a:rPr lang="en-US" dirty="0" err="1"/>
              <a:t>java.util.Random</a:t>
            </a:r>
            <a:r>
              <a:rPr lang="en-US" dirty="0"/>
              <a:t>. The program should:</a:t>
            </a:r>
          </a:p>
          <a:p>
            <a:r>
              <a:rPr lang="en-US" dirty="0"/>
              <a:t>Generate a random number between </a:t>
            </a:r>
            <a:r>
              <a:rPr lang="en-US" b="1" dirty="0"/>
              <a:t>1 and 6</a:t>
            </a:r>
            <a:r>
              <a:rPr lang="en-US" dirty="0"/>
              <a:t>.</a:t>
            </a:r>
          </a:p>
          <a:p>
            <a:r>
              <a:rPr lang="en-US" dirty="0"/>
              <a:t>Print the result of the dice roll.</a:t>
            </a:r>
          </a:p>
          <a:p>
            <a:r>
              <a:rPr lang="en-US" b="1" dirty="0" smtClean="0"/>
              <a:t>Hint</a:t>
            </a:r>
            <a:r>
              <a:rPr lang="en-US" b="1" dirty="0"/>
              <a:t>:</a:t>
            </a:r>
            <a:r>
              <a:rPr lang="en-US" dirty="0"/>
              <a:t> Use </a:t>
            </a:r>
            <a:r>
              <a:rPr lang="en-US" dirty="0" err="1"/>
              <a:t>nextInt</a:t>
            </a:r>
            <a:r>
              <a:rPr lang="en-US" dirty="0"/>
              <a:t>(6) + 1.</a:t>
            </a:r>
          </a:p>
          <a:p>
            <a:endParaRPr lang="en-US" b="1" dirty="0" smtClean="0"/>
          </a:p>
          <a:p>
            <a:r>
              <a:rPr lang="en-US" b="1" dirty="0" smtClean="0"/>
              <a:t>Question </a:t>
            </a:r>
            <a:r>
              <a:rPr lang="en-US" b="1" dirty="0"/>
              <a:t>3: Generating Random Floating-Point Numbers</a:t>
            </a:r>
          </a:p>
          <a:p>
            <a:r>
              <a:rPr lang="en-US" dirty="0"/>
              <a:t>Write a Java program that generates a </a:t>
            </a:r>
            <a:r>
              <a:rPr lang="en-US" b="1" dirty="0"/>
              <a:t>random floating-point number</a:t>
            </a:r>
            <a:r>
              <a:rPr lang="en-US" dirty="0"/>
              <a:t> between </a:t>
            </a:r>
            <a:r>
              <a:rPr lang="en-US" b="1" dirty="0"/>
              <a:t>0.0 and 1.0</a:t>
            </a:r>
            <a:r>
              <a:rPr lang="en-US" dirty="0"/>
              <a:t> using </a:t>
            </a:r>
            <a:r>
              <a:rPr lang="en-US" dirty="0" err="1"/>
              <a:t>java.util.Random</a:t>
            </a:r>
            <a:r>
              <a:rPr lang="en-US" dirty="0"/>
              <a:t>. Then, modify the program to generate a random floating-point number between </a:t>
            </a:r>
            <a:r>
              <a:rPr lang="en-US" b="1" dirty="0"/>
              <a:t>5.5 and 10.5</a:t>
            </a:r>
            <a:r>
              <a:rPr lang="en-US" dirty="0"/>
              <a:t>.</a:t>
            </a:r>
          </a:p>
          <a:p>
            <a:r>
              <a:rPr lang="en-US" b="1" smtClean="0"/>
              <a:t>Hint</a:t>
            </a:r>
            <a:r>
              <a:rPr lang="en-US" b="1" dirty="0"/>
              <a:t>:</a:t>
            </a:r>
            <a:r>
              <a:rPr lang="en-US" dirty="0"/>
              <a:t> Use </a:t>
            </a:r>
            <a:r>
              <a:rPr lang="en-US" dirty="0" err="1"/>
              <a:t>nextDouble</a:t>
            </a:r>
            <a:r>
              <a:rPr lang="en-US" dirty="0"/>
              <a:t>() and adjust for the desired range.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75597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383</TotalTime>
  <Words>1811</Words>
  <Application>Microsoft Office PowerPoint</Application>
  <PresentationFormat>On-screen Show (4:3)</PresentationFormat>
  <Paragraphs>312</Paragraphs>
  <Slides>22</Slides>
  <Notes>17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Date and Time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Random Class (java.util.Random)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Date and Time</dc:title>
  <dc:creator/>
  <cp:lastModifiedBy>Rohit Kamboj</cp:lastModifiedBy>
  <cp:revision>85</cp:revision>
  <dcterms:created xsi:type="dcterms:W3CDTF">2006-08-16T00:00:00Z</dcterms:created>
  <dcterms:modified xsi:type="dcterms:W3CDTF">2025-03-31T13:51:37Z</dcterms:modified>
</cp:coreProperties>
</file>