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78" r:id="rId6"/>
    <p:sldId id="282" r:id="rId7"/>
    <p:sldId id="279" r:id="rId8"/>
    <p:sldId id="280" r:id="rId9"/>
    <p:sldId id="281" r:id="rId10"/>
    <p:sldId id="283" r:id="rId11"/>
    <p:sldId id="284" r:id="rId12"/>
    <p:sldId id="285" r:id="rId13"/>
    <p:sldId id="286" r:id="rId14"/>
    <p:sldId id="287" r:id="rId15"/>
    <p:sldId id="276" r:id="rId16"/>
    <p:sldId id="260" r:id="rId17"/>
    <p:sldId id="261" r:id="rId18"/>
    <p:sldId id="262" r:id="rId19"/>
    <p:sldId id="288" r:id="rId20"/>
    <p:sldId id="289" r:id="rId21"/>
    <p:sldId id="290" r:id="rId22"/>
    <p:sldId id="263" r:id="rId23"/>
    <p:sldId id="264" r:id="rId24"/>
    <p:sldId id="265" r:id="rId25"/>
    <p:sldId id="266" r:id="rId26"/>
    <p:sldId id="267" r:id="rId27"/>
    <p:sldId id="27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92" r:id="rId37"/>
    <p:sldId id="293" r:id="rId38"/>
    <p:sldId id="294" r:id="rId39"/>
    <p:sldId id="295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4" autoAdjust="0"/>
  </p:normalViewPr>
  <p:slideViewPr>
    <p:cSldViewPr>
      <p:cViewPr varScale="1">
        <p:scale>
          <a:sx n="75" d="100"/>
          <a:sy n="75" d="100"/>
        </p:scale>
        <p:origin x="-166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1073A-012C-43B0-BEB1-85862D4FCC45}" type="datetimeFigureOut">
              <a:rPr lang="en-IN" smtClean="0"/>
              <a:t>08-04-2025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19D02-B764-4E39-ACFE-F2CC2C01C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88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File </a:t>
            </a:r>
            <a:r>
              <a:rPr lang="en-US" b="1" dirty="0" err="1" smtClean="0"/>
              <a:t>file</a:t>
            </a:r>
            <a:r>
              <a:rPr lang="en-US" b="1" dirty="0" smtClean="0"/>
              <a:t> = new File("example.txt");</a:t>
            </a:r>
            <a:r>
              <a:rPr lang="en-US" dirty="0" smtClean="0"/>
              <a:t> → Creates a reference to the file.</a:t>
            </a:r>
          </a:p>
          <a:p>
            <a:r>
              <a:rPr lang="en-US" b="1" dirty="0" err="1" smtClean="0"/>
              <a:t>file.createNewFile</a:t>
            </a:r>
            <a:r>
              <a:rPr lang="en-US" b="1" dirty="0" smtClean="0"/>
              <a:t>();</a:t>
            </a:r>
            <a:r>
              <a:rPr lang="en-US" dirty="0" smtClean="0"/>
              <a:t> → Creates the file if it does not already exist.</a:t>
            </a:r>
          </a:p>
          <a:p>
            <a:r>
              <a:rPr lang="en-US" b="1" dirty="0" err="1" smtClean="0"/>
              <a:t>file.exists</a:t>
            </a:r>
            <a:r>
              <a:rPr lang="en-US" b="1" dirty="0" smtClean="0"/>
              <a:t>();</a:t>
            </a:r>
            <a:r>
              <a:rPr lang="en-US" dirty="0" smtClean="0"/>
              <a:t> → Checks if the file exists.</a:t>
            </a:r>
          </a:p>
          <a:p>
            <a:r>
              <a:rPr lang="en-US" b="1" dirty="0" err="1" smtClean="0"/>
              <a:t>file.isFile</a:t>
            </a:r>
            <a:r>
              <a:rPr lang="en-US" b="1" dirty="0" smtClean="0"/>
              <a:t>();</a:t>
            </a:r>
            <a:r>
              <a:rPr lang="en-US" dirty="0" smtClean="0"/>
              <a:t> → Checks if it is a file (not a directory).</a:t>
            </a:r>
          </a:p>
          <a:p>
            <a:r>
              <a:rPr lang="en-US" b="1" dirty="0" err="1" smtClean="0"/>
              <a:t>file.length</a:t>
            </a:r>
            <a:r>
              <a:rPr lang="en-US" b="1" dirty="0" smtClean="0"/>
              <a:t>();</a:t>
            </a:r>
            <a:r>
              <a:rPr lang="en-US" dirty="0" smtClean="0"/>
              <a:t> → Returns the size of the file in bytes.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If we will use </a:t>
            </a:r>
            <a:r>
              <a:rPr lang="en-IN" dirty="0" err="1" smtClean="0"/>
              <a:t>mkdir</a:t>
            </a:r>
            <a:r>
              <a:rPr lang="en-IN" dirty="0" smtClean="0"/>
              <a:t>() in the above case,</a:t>
            </a:r>
            <a:r>
              <a:rPr lang="en-IN" baseline="0" dirty="0" smtClean="0"/>
              <a:t> then it will </a:t>
            </a:r>
            <a:r>
              <a:rPr lang="en-US" dirty="0" smtClean="0"/>
              <a:t> </a:t>
            </a:r>
            <a:r>
              <a:rPr lang="en-US" b="1" dirty="0" smtClean="0"/>
              <a:t>fails</a:t>
            </a:r>
            <a:r>
              <a:rPr lang="en-US" dirty="0" smtClean="0"/>
              <a:t> if the </a:t>
            </a:r>
            <a:r>
              <a:rPr lang="en-US" b="1" dirty="0" smtClean="0"/>
              <a:t>parent directories don't exist</a:t>
            </a:r>
            <a:r>
              <a:rPr lang="en-US" dirty="0" smtClean="0"/>
              <a:t>. </a:t>
            </a:r>
            <a:r>
              <a:rPr lang="en-US" dirty="0" err="1" smtClean="0"/>
              <a:t>i.e</a:t>
            </a:r>
            <a:r>
              <a:rPr lang="en-US" dirty="0" smtClean="0"/>
              <a:t> data/G-13 </a:t>
            </a:r>
            <a:r>
              <a:rPr lang="en-US" dirty="0" err="1" smtClean="0"/>
              <a:t>bith</a:t>
            </a:r>
            <a:r>
              <a:rPr lang="en-US" dirty="0" smtClean="0"/>
              <a:t> should already be exists only then in this case we can create mydir1 using </a:t>
            </a:r>
            <a:r>
              <a:rPr lang="en-US" dirty="0" err="1" smtClean="0"/>
              <a:t>mkdir</a:t>
            </a:r>
            <a:r>
              <a:rPr lang="en-US" dirty="0" smtClean="0"/>
              <a:t>()</a:t>
            </a:r>
            <a:r>
              <a:rPr lang="en-US" baseline="0" dirty="0" smtClean="0"/>
              <a:t> however this is not the case with </a:t>
            </a:r>
            <a:r>
              <a:rPr lang="en-US" baseline="0" dirty="0" err="1" smtClean="0"/>
              <a:t>mkdirs</a:t>
            </a:r>
            <a:r>
              <a:rPr lang="en-US" baseline="0" dirty="0" smtClean="0"/>
              <a:t>();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40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InputStream</a:t>
            </a:r>
            <a:r>
              <a:rPr lang="en-US" dirty="0" smtClean="0"/>
              <a:t> and </a:t>
            </a:r>
            <a:r>
              <a:rPr lang="en-US" dirty="0" err="1" smtClean="0"/>
              <a:t>OutputStream</a:t>
            </a:r>
            <a:r>
              <a:rPr lang="en-US" dirty="0" smtClean="0"/>
              <a:t> are </a:t>
            </a:r>
            <a:r>
              <a:rPr lang="en-US" b="1" dirty="0" smtClean="0"/>
              <a:t>abstract base classes</a:t>
            </a:r>
            <a:r>
              <a:rPr lang="en-US" dirty="0" smtClean="0"/>
              <a:t> from the java.io package, and they have many subclasses designed for different data sources and sinks.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255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All are the child of </a:t>
            </a:r>
            <a:r>
              <a:rPr lang="en-US" dirty="0" err="1" smtClean="0"/>
              <a:t>InputStream</a:t>
            </a:r>
            <a:r>
              <a:rPr lang="en-US" dirty="0" smtClean="0"/>
              <a:t> and </a:t>
            </a:r>
            <a:r>
              <a:rPr lang="en-US" dirty="0" err="1" smtClean="0"/>
              <a:t>OutputStream</a:t>
            </a:r>
            <a:r>
              <a:rPr lang="en-US" dirty="0" smtClean="0"/>
              <a:t> classes.</a:t>
            </a:r>
          </a:p>
          <a:p>
            <a:r>
              <a:rPr lang="en-US" dirty="0" err="1" smtClean="0"/>
              <a:t>BufferedInputStream</a:t>
            </a:r>
            <a:r>
              <a:rPr lang="en-US" dirty="0" smtClean="0"/>
              <a:t> and </a:t>
            </a:r>
            <a:r>
              <a:rPr lang="en-US" dirty="0" err="1" smtClean="0"/>
              <a:t>BufferedOutputStream</a:t>
            </a:r>
            <a:r>
              <a:rPr lang="en-US" dirty="0" smtClean="0"/>
              <a:t> use a </a:t>
            </a:r>
            <a:r>
              <a:rPr lang="en-US" b="1" dirty="0" smtClean="0"/>
              <a:t>buffer</a:t>
            </a:r>
            <a:r>
              <a:rPr lang="en-US" dirty="0" smtClean="0"/>
              <a:t> to optimize performance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FileInputStream</a:t>
            </a:r>
            <a:r>
              <a:rPr lang="en-US" dirty="0" smtClean="0"/>
              <a:t> and </a:t>
            </a:r>
            <a:r>
              <a:rPr lang="en-US" dirty="0" err="1" smtClean="0"/>
              <a:t>FileOutputStream</a:t>
            </a:r>
            <a:r>
              <a:rPr lang="en-US" dirty="0" smtClean="0"/>
              <a:t>: These read/write </a:t>
            </a:r>
            <a:r>
              <a:rPr lang="en-US" b="1" dirty="0" smtClean="0"/>
              <a:t>one byte at a time</a:t>
            </a:r>
            <a:r>
              <a:rPr lang="en-US" dirty="0" smtClean="0"/>
              <a:t> from/to the file. This means </a:t>
            </a:r>
            <a:r>
              <a:rPr lang="en-US" b="1" dirty="0" smtClean="0"/>
              <a:t>each read/write operation hits the disk</a:t>
            </a:r>
            <a:r>
              <a:rPr lang="en-US" dirty="0" smtClean="0"/>
              <a:t>, which is </a:t>
            </a:r>
            <a:r>
              <a:rPr lang="en-US" b="1" dirty="0" smtClean="0"/>
              <a:t>relatively slow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BufferedInputStream</a:t>
            </a:r>
            <a:r>
              <a:rPr lang="en-US" dirty="0" smtClean="0"/>
              <a:t> and </a:t>
            </a:r>
            <a:r>
              <a:rPr lang="en-US" dirty="0" err="1" smtClean="0"/>
              <a:t>BufferedOutputStream</a:t>
            </a:r>
            <a:r>
              <a:rPr lang="en-US" dirty="0" smtClean="0"/>
              <a:t>: These wrap around </a:t>
            </a:r>
            <a:r>
              <a:rPr lang="en-US" dirty="0" err="1" smtClean="0"/>
              <a:t>FileInputStream</a:t>
            </a:r>
            <a:r>
              <a:rPr lang="en-US" dirty="0" smtClean="0"/>
              <a:t> / </a:t>
            </a:r>
            <a:r>
              <a:rPr lang="en-US" dirty="0" err="1" smtClean="0"/>
              <a:t>FileOutputStream</a:t>
            </a:r>
            <a:r>
              <a:rPr lang="en-US" dirty="0" smtClean="0"/>
              <a:t> and use an </a:t>
            </a:r>
            <a:r>
              <a:rPr lang="en-US" b="1" dirty="0" smtClean="0"/>
              <a:t>internal byte array (buffer)</a:t>
            </a:r>
            <a:r>
              <a:rPr lang="en-US" dirty="0" smtClean="0"/>
              <a:t> to reduce the number of disk access operations.</a:t>
            </a:r>
          </a:p>
          <a:p>
            <a:r>
              <a:rPr lang="en-US" b="1" dirty="0" smtClean="0"/>
              <a:t>Without Buffering (</a:t>
            </a:r>
            <a:r>
              <a:rPr lang="en-US" b="1" dirty="0" err="1" smtClean="0"/>
              <a:t>FileInputStream</a:t>
            </a:r>
            <a:r>
              <a:rPr lang="en-US" b="1" dirty="0" smtClean="0"/>
              <a:t>/</a:t>
            </a:r>
            <a:r>
              <a:rPr lang="en-US" b="1" dirty="0" err="1" smtClean="0"/>
              <a:t>FileOutputStream</a:t>
            </a:r>
            <a:r>
              <a:rPr lang="en-US" b="1" dirty="0" smtClean="0"/>
              <a:t>):</a:t>
            </a:r>
          </a:p>
          <a:p>
            <a:r>
              <a:rPr lang="en-US" dirty="0" smtClean="0"/>
              <a:t>Suppose you want to read a 1 MB file.</a:t>
            </a:r>
          </a:p>
          <a:p>
            <a:r>
              <a:rPr lang="en-US" dirty="0" smtClean="0"/>
              <a:t>If you use </a:t>
            </a:r>
            <a:r>
              <a:rPr lang="en-US" dirty="0" err="1" smtClean="0"/>
              <a:t>FileInputStream</a:t>
            </a:r>
            <a:r>
              <a:rPr lang="en-US" dirty="0" smtClean="0"/>
              <a:t>, and read 1 byte at a time, you make </a:t>
            </a:r>
            <a:r>
              <a:rPr lang="en-US" b="1" dirty="0" smtClean="0"/>
              <a:t>1 million disk I/O operations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Each I/O operation is expensive (slow).</a:t>
            </a:r>
          </a:p>
          <a:p>
            <a:r>
              <a:rPr lang="en-US" b="1" dirty="0" smtClean="0"/>
              <a:t>With Buffering (</a:t>
            </a:r>
            <a:r>
              <a:rPr lang="en-US" b="1" dirty="0" err="1" smtClean="0"/>
              <a:t>BufferedInputStream</a:t>
            </a:r>
            <a:r>
              <a:rPr lang="en-US" b="1" dirty="0" smtClean="0"/>
              <a:t>/</a:t>
            </a:r>
            <a:r>
              <a:rPr lang="en-US" b="1" dirty="0" err="1" smtClean="0"/>
              <a:t>BufferedOutputStream</a:t>
            </a:r>
            <a:r>
              <a:rPr lang="en-US" b="1" dirty="0" smtClean="0"/>
              <a:t>):</a:t>
            </a:r>
          </a:p>
          <a:p>
            <a:r>
              <a:rPr lang="en-US" dirty="0" smtClean="0"/>
              <a:t>A </a:t>
            </a:r>
            <a:r>
              <a:rPr lang="en-US" dirty="0" err="1" smtClean="0"/>
              <a:t>BufferedInputStream</a:t>
            </a:r>
            <a:r>
              <a:rPr lang="en-US" dirty="0" smtClean="0"/>
              <a:t> might use a default buffer size of 8 KB.</a:t>
            </a:r>
          </a:p>
          <a:p>
            <a:r>
              <a:rPr lang="en-US" dirty="0" smtClean="0"/>
              <a:t>So, it reads </a:t>
            </a:r>
            <a:r>
              <a:rPr lang="en-US" b="1" dirty="0" smtClean="0"/>
              <a:t>8192 bytes in one go</a:t>
            </a:r>
            <a:r>
              <a:rPr lang="en-US" dirty="0" smtClean="0"/>
              <a:t> and stores them in memory.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0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 try (</a:t>
            </a:r>
            <a:r>
              <a:rPr lang="en-IN" dirty="0" err="1" smtClean="0"/>
              <a:t>FileOutputStream</a:t>
            </a:r>
            <a:r>
              <a:rPr lang="en-IN" dirty="0" smtClean="0"/>
              <a:t> </a:t>
            </a:r>
            <a:r>
              <a:rPr lang="en-IN" dirty="0" err="1" smtClean="0"/>
              <a:t>fos</a:t>
            </a:r>
            <a:r>
              <a:rPr lang="en-IN" dirty="0" smtClean="0"/>
              <a:t> = new </a:t>
            </a:r>
            <a:r>
              <a:rPr lang="en-IN" dirty="0" err="1" smtClean="0"/>
              <a:t>FileOutputStream</a:t>
            </a:r>
            <a:r>
              <a:rPr lang="en-IN" dirty="0" smtClean="0"/>
              <a:t>("bytefile.txt"))  -&gt; </a:t>
            </a:r>
            <a:r>
              <a:rPr lang="en-US" dirty="0" smtClean="0"/>
              <a:t>The </a:t>
            </a:r>
            <a:r>
              <a:rPr lang="en-US" b="1" dirty="0" smtClean="0"/>
              <a:t>try-with-resources</a:t>
            </a:r>
            <a:r>
              <a:rPr lang="en-US" dirty="0" smtClean="0"/>
              <a:t> statement automatically closes the </a:t>
            </a:r>
            <a:r>
              <a:rPr lang="en-US" dirty="0" err="1" smtClean="0"/>
              <a:t>FileOutputStream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fis.read</a:t>
            </a:r>
            <a:r>
              <a:rPr lang="en-US" smtClean="0"/>
              <a:t>() reads </a:t>
            </a:r>
            <a:r>
              <a:rPr lang="en-US" b="1" smtClean="0"/>
              <a:t>one byte at a time</a:t>
            </a:r>
            <a:r>
              <a:rPr lang="en-US" smtClean="0"/>
              <a:t>, and returns -1 when the end of the file is reached.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288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 smtClean="0"/>
              <a:t>BufferedWriter</a:t>
            </a:r>
            <a:r>
              <a:rPr lang="en-US" dirty="0" smtClean="0"/>
              <a:t> writes data efficiently and allows adding new </a:t>
            </a:r>
            <a:r>
              <a:rPr lang="en-US" dirty="0" err="1" smtClean="0"/>
              <a:t>lines.</a:t>
            </a:r>
            <a:r>
              <a:rPr lang="en-US" b="1" dirty="0" err="1" smtClean="0"/>
              <a:t>BufferedReader</a:t>
            </a:r>
            <a:r>
              <a:rPr lang="en-US" dirty="0" smtClean="0"/>
              <a:t> reads data line by line.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015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implements </a:t>
            </a:r>
            <a:r>
              <a:rPr lang="en-US" dirty="0" err="1" smtClean="0"/>
              <a:t>Serializable</a:t>
            </a:r>
            <a:r>
              <a:rPr lang="en-US" dirty="0" smtClean="0"/>
              <a:t> -&gt; Tells Java this object can be </a:t>
            </a:r>
            <a:r>
              <a:rPr lang="en-US" b="1" dirty="0" smtClean="0"/>
              <a:t>converted into a stream</a:t>
            </a:r>
            <a:r>
              <a:rPr lang="en-US" dirty="0" smtClean="0"/>
              <a:t> (serialized).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450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Student </a:t>
            </a:r>
            <a:r>
              <a:rPr lang="en-US" dirty="0" err="1" smtClean="0"/>
              <a:t>student</a:t>
            </a:r>
            <a:r>
              <a:rPr lang="en-US" dirty="0" smtClean="0"/>
              <a:t> = new Student(...) - Creates an object to serialize.</a:t>
            </a:r>
          </a:p>
          <a:p>
            <a:r>
              <a:rPr lang="en-US" dirty="0" err="1" smtClean="0"/>
              <a:t>FileOutputStream</a:t>
            </a:r>
            <a:r>
              <a:rPr lang="en-US" dirty="0" smtClean="0"/>
              <a:t>("student.txt") - Opens a file named </a:t>
            </a:r>
            <a:r>
              <a:rPr lang="en-US" dirty="0" err="1" smtClean="0"/>
              <a:t>student.ser</a:t>
            </a:r>
            <a:r>
              <a:rPr lang="en-US" dirty="0" smtClean="0"/>
              <a:t> for writing.</a:t>
            </a:r>
          </a:p>
          <a:p>
            <a:r>
              <a:rPr lang="en-US" dirty="0" err="1" smtClean="0"/>
              <a:t>ObjectOutputStream</a:t>
            </a:r>
            <a:r>
              <a:rPr lang="en-US" dirty="0" smtClean="0"/>
              <a:t>(...) - Converts Java object into binary stream.</a:t>
            </a:r>
          </a:p>
          <a:p>
            <a:r>
              <a:rPr lang="en-US" dirty="0" err="1" smtClean="0"/>
              <a:t>out.writeObject</a:t>
            </a:r>
            <a:r>
              <a:rPr lang="en-US" dirty="0" smtClean="0"/>
              <a:t>(student) - Serializes and writes the object into the file.</a:t>
            </a:r>
          </a:p>
          <a:p>
            <a:r>
              <a:rPr lang="en-US" dirty="0" smtClean="0"/>
              <a:t>try-with-resources - Automatically closes streams after use.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6198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FileInputStream</a:t>
            </a:r>
            <a:r>
              <a:rPr lang="en-US" dirty="0" smtClean="0"/>
              <a:t>("</a:t>
            </a:r>
            <a:r>
              <a:rPr lang="en-US" dirty="0" err="1" smtClean="0"/>
              <a:t>student.ser</a:t>
            </a:r>
            <a:r>
              <a:rPr lang="en-US" dirty="0" smtClean="0"/>
              <a:t>") - Opens the file containing the serialized object.</a:t>
            </a:r>
          </a:p>
          <a:p>
            <a:r>
              <a:rPr lang="en-US" dirty="0" err="1" smtClean="0"/>
              <a:t>ObjectInputStream</a:t>
            </a:r>
            <a:r>
              <a:rPr lang="en-US" dirty="0" smtClean="0"/>
              <a:t>(...) - Reads object from binary stream.</a:t>
            </a:r>
          </a:p>
          <a:p>
            <a:r>
              <a:rPr lang="en-US" dirty="0" err="1" smtClean="0"/>
              <a:t>readObject</a:t>
            </a:r>
            <a:r>
              <a:rPr lang="en-US" dirty="0" smtClean="0"/>
              <a:t>() - Reads and converts the byte stream back into a Student object.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802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Here, the password field is marked as transient, so it </a:t>
            </a:r>
            <a:r>
              <a:rPr lang="en-US" b="1" dirty="0" smtClean="0"/>
              <a:t>won’t be saved</a:t>
            </a:r>
            <a:r>
              <a:rPr lang="en-US" dirty="0" smtClean="0"/>
              <a:t> during serialization.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19D02-B764-4E39-ACFE-F2CC2C01C8F1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212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File Handling </a:t>
            </a:r>
            <a:r>
              <a:rPr lang="en-IN" dirty="0"/>
              <a:t>and serialization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05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Handling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Java, file handling is performed using the java.io package, which allows us to </a:t>
            </a:r>
            <a:r>
              <a:rPr lang="en-US" b="1" dirty="0"/>
              <a:t>create, read, write, update, and delete</a:t>
            </a:r>
            <a:r>
              <a:rPr lang="en-US" dirty="0"/>
              <a:t> files.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File class provides an abstraction for file and directory pathnames</a:t>
            </a:r>
            <a:r>
              <a:rPr lang="en-US" dirty="0" smtClean="0"/>
              <a:t>.</a:t>
            </a:r>
          </a:p>
          <a:p>
            <a:r>
              <a:rPr lang="en-US" dirty="0"/>
              <a:t>The File class from the java.io package, allows us to work with files.</a:t>
            </a:r>
          </a:p>
          <a:p>
            <a:r>
              <a:rPr lang="en-US" dirty="0"/>
              <a:t>To use the File class, create an object of the class, and specify the filename or directory name</a:t>
            </a:r>
          </a:p>
          <a:p>
            <a:r>
              <a:rPr lang="en-US" dirty="0"/>
              <a:t>import </a:t>
            </a:r>
            <a:r>
              <a:rPr lang="en-US" dirty="0" err="1"/>
              <a:t>java.io.File</a:t>
            </a:r>
            <a:r>
              <a:rPr lang="en-US" dirty="0"/>
              <a:t>; // Import the File class </a:t>
            </a:r>
            <a:endParaRPr lang="en-US" dirty="0" smtClean="0"/>
          </a:p>
          <a:p>
            <a:r>
              <a:rPr lang="en-US" dirty="0" smtClean="0"/>
              <a:t>File </a:t>
            </a:r>
            <a:r>
              <a:rPr lang="en-US" dirty="0" err="1"/>
              <a:t>myObj</a:t>
            </a:r>
            <a:r>
              <a:rPr lang="en-US" dirty="0"/>
              <a:t> = new File("filename.txt"); // Specify the filename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53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dirty="0"/>
              <a:t>Important Methods of File </a:t>
            </a:r>
            <a:r>
              <a:rPr lang="en-US" dirty="0" smtClean="0"/>
              <a:t>Class –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896" y="1600200"/>
            <a:ext cx="7178675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2297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Creating and Checking a </a:t>
            </a:r>
            <a:r>
              <a:rPr lang="en-US" dirty="0" smtClean="0"/>
              <a:t>File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FileExample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File </a:t>
            </a:r>
            <a:r>
              <a:rPr lang="en-IN" dirty="0" err="1"/>
              <a:t>file</a:t>
            </a:r>
            <a:r>
              <a:rPr lang="en-IN" dirty="0"/>
              <a:t> = new File("example.txt"); // Creating a File object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try {</a:t>
            </a:r>
          </a:p>
          <a:p>
            <a:pPr marL="0" indent="0">
              <a:buNone/>
            </a:pPr>
            <a:r>
              <a:rPr lang="en-IN" dirty="0"/>
              <a:t>            if (</a:t>
            </a:r>
            <a:r>
              <a:rPr lang="en-IN" dirty="0" err="1"/>
              <a:t>file.createNewFile</a:t>
            </a:r>
            <a:r>
              <a:rPr lang="en-IN" dirty="0"/>
              <a:t>()) { // Creating the actual file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("File created: " + </a:t>
            </a:r>
            <a:r>
              <a:rPr lang="en-IN" dirty="0" err="1"/>
              <a:t>file.getName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} else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("File already exists.");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("An error occurred.");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Checking file properties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("File exists: " + </a:t>
            </a:r>
            <a:r>
              <a:rPr lang="en-IN" dirty="0" err="1"/>
              <a:t>file.exists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("Is File: " + </a:t>
            </a:r>
            <a:r>
              <a:rPr lang="en-IN" dirty="0" err="1"/>
              <a:t>file.isFile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("File size: " + </a:t>
            </a:r>
            <a:r>
              <a:rPr lang="en-IN" dirty="0" err="1"/>
              <a:t>file.length</a:t>
            </a:r>
            <a:r>
              <a:rPr lang="en-IN" dirty="0"/>
              <a:t>() + " bytes");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36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Creating a </a:t>
            </a:r>
            <a:r>
              <a:rPr lang="en-IN" b="1" dirty="0" smtClean="0"/>
              <a:t>Directory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CreateDirectory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File </a:t>
            </a:r>
            <a:r>
              <a:rPr lang="en-IN" dirty="0" err="1"/>
              <a:t>dir</a:t>
            </a:r>
            <a:r>
              <a:rPr lang="en-IN" dirty="0"/>
              <a:t> = new File("</a:t>
            </a:r>
            <a:r>
              <a:rPr lang="en-IN" dirty="0" err="1"/>
              <a:t>NewDirectory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dir.mkdir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("Directory created: " + </a:t>
            </a:r>
            <a:r>
              <a:rPr lang="en-IN" dirty="0" err="1"/>
              <a:t>dir.getName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("Directory already exists.");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2028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Creating a </a:t>
            </a:r>
            <a:r>
              <a:rPr lang="en-IN" b="1" dirty="0" smtClean="0"/>
              <a:t>Directory – </a:t>
            </a:r>
            <a:r>
              <a:rPr lang="en-IN" b="1" dirty="0" err="1" smtClean="0"/>
              <a:t>mkdirs</a:t>
            </a:r>
            <a:r>
              <a:rPr lang="en-IN" b="1" dirty="0" smtClean="0"/>
              <a:t> - </a:t>
            </a:r>
            <a:r>
              <a:rPr lang="en-US" dirty="0"/>
              <a:t>Creates the directory along with all non-existent parent directories</a:t>
            </a:r>
            <a:r>
              <a:rPr lang="en-US" dirty="0" smtClean="0"/>
              <a:t>.</a:t>
            </a:r>
          </a:p>
          <a:p>
            <a:endParaRPr lang="en-IN" dirty="0" smtClean="0"/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dirty="0" err="1"/>
              <a:t>java.io.File</a:t>
            </a:r>
            <a:r>
              <a:rPr lang="en-IN" dirty="0"/>
              <a:t>;</a:t>
            </a:r>
            <a:br>
              <a:rPr lang="en-IN" dirty="0"/>
            </a:br>
            <a:r>
              <a:rPr lang="en-IN" b="1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  <a:br>
              <a:rPr lang="en-IN" dirty="0"/>
            </a:br>
            <a:r>
              <a:rPr lang="en-IN" b="1" dirty="0"/>
              <a:t>public class </a:t>
            </a:r>
            <a:r>
              <a:rPr lang="en-IN" dirty="0"/>
              <a:t>Main {</a:t>
            </a:r>
            <a:br>
              <a:rPr lang="en-IN" dirty="0"/>
            </a:br>
            <a:r>
              <a:rPr lang="en-IN" dirty="0"/>
              <a:t>    </a:t>
            </a:r>
            <a:r>
              <a:rPr lang="en-IN" b="1" dirty="0"/>
              <a:t>public static void </a:t>
            </a:r>
            <a:r>
              <a:rPr lang="en-IN" dirty="0"/>
              <a:t>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File </a:t>
            </a:r>
            <a:r>
              <a:rPr lang="en-IN" dirty="0" err="1"/>
              <a:t>file</a:t>
            </a:r>
            <a:r>
              <a:rPr lang="en-IN" dirty="0"/>
              <a:t> = </a:t>
            </a:r>
            <a:r>
              <a:rPr lang="en-IN" b="1" dirty="0"/>
              <a:t>new </a:t>
            </a:r>
            <a:r>
              <a:rPr lang="en-IN" dirty="0"/>
              <a:t>File(</a:t>
            </a:r>
            <a:r>
              <a:rPr lang="en-IN" b="1" dirty="0"/>
              <a:t>"C:/data/G-13/mydir1"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b="1" dirty="0"/>
              <a:t>try </a:t>
            </a: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b="1" dirty="0" err="1"/>
              <a:t>boolean</a:t>
            </a:r>
            <a:r>
              <a:rPr lang="en-IN" b="1" dirty="0"/>
              <a:t> </a:t>
            </a:r>
            <a:r>
              <a:rPr lang="en-IN" dirty="0"/>
              <a:t>check = </a:t>
            </a:r>
            <a:r>
              <a:rPr lang="en-IN" dirty="0" err="1"/>
              <a:t>file.mkdirs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b="1" dirty="0"/>
              <a:t>if </a:t>
            </a:r>
            <a:r>
              <a:rPr lang="en-IN" dirty="0"/>
              <a:t>(check){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System.</a:t>
            </a:r>
            <a:r>
              <a:rPr lang="en-IN" b="1" i="1" dirty="0" err="1"/>
              <a:t>out</a:t>
            </a:r>
            <a:r>
              <a:rPr lang="en-IN" dirty="0" err="1"/>
              <a:t>.println</a:t>
            </a:r>
            <a:r>
              <a:rPr lang="en-IN" dirty="0"/>
              <a:t>(</a:t>
            </a:r>
            <a:r>
              <a:rPr lang="en-IN" b="1" dirty="0"/>
              <a:t>"File created"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System.</a:t>
            </a:r>
            <a:r>
              <a:rPr lang="en-IN" b="1" i="1" dirty="0" err="1"/>
              <a:t>out</a:t>
            </a:r>
            <a:r>
              <a:rPr lang="en-IN" dirty="0" err="1"/>
              <a:t>.println</a:t>
            </a:r>
            <a:r>
              <a:rPr lang="en-IN" dirty="0"/>
              <a:t>(</a:t>
            </a:r>
            <a:r>
              <a:rPr lang="en-IN" dirty="0" err="1"/>
              <a:t>file.getName</a:t>
            </a:r>
            <a:r>
              <a:rPr lang="en-IN" dirty="0"/>
              <a:t>());</a:t>
            </a:r>
            <a:br>
              <a:rPr lang="en-IN" dirty="0"/>
            </a:br>
            <a:r>
              <a:rPr lang="en-IN" dirty="0"/>
              <a:t>            }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b="1" dirty="0"/>
              <a:t>else </a:t>
            </a: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            </a:t>
            </a:r>
            <a:r>
              <a:rPr lang="en-IN" dirty="0" err="1"/>
              <a:t>System.</a:t>
            </a:r>
            <a:r>
              <a:rPr lang="en-IN" b="1" i="1" dirty="0" err="1"/>
              <a:t>out</a:t>
            </a:r>
            <a:r>
              <a:rPr lang="en-IN" dirty="0" err="1"/>
              <a:t>.println</a:t>
            </a:r>
            <a:r>
              <a:rPr lang="en-IN" dirty="0"/>
              <a:t>(</a:t>
            </a:r>
            <a:r>
              <a:rPr lang="en-IN" b="1" dirty="0"/>
              <a:t>"File already exists"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    }</a:t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b="1" dirty="0"/>
              <a:t>catch </a:t>
            </a:r>
            <a:r>
              <a:rPr lang="en-IN" dirty="0"/>
              <a:t>(Exception exception){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dirty="0" err="1"/>
              <a:t>System.</a:t>
            </a:r>
            <a:r>
              <a:rPr lang="en-IN" b="1" i="1" dirty="0" err="1"/>
              <a:t>out</a:t>
            </a:r>
            <a:r>
              <a:rPr lang="en-IN" dirty="0" err="1"/>
              <a:t>.println</a:t>
            </a:r>
            <a:r>
              <a:rPr lang="en-IN" dirty="0"/>
              <a:t>(exception);</a:t>
            </a:r>
            <a:br>
              <a:rPr lang="en-IN" dirty="0"/>
            </a:br>
            <a:r>
              <a:rPr lang="en-IN" dirty="0"/>
              <a:t>        }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3432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Listing Files in a </a:t>
            </a:r>
            <a:r>
              <a:rPr lang="en-US" b="1" dirty="0" smtClean="0"/>
              <a:t>Directory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ListFilesExample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File folder = new File("C:\\Users");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folder.isDirectory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String[] files = </a:t>
            </a:r>
            <a:r>
              <a:rPr lang="en-IN" dirty="0" err="1"/>
              <a:t>folder.list</a:t>
            </a:r>
            <a:r>
              <a:rPr lang="en-IN" dirty="0"/>
              <a:t>(); // Get file names</a:t>
            </a:r>
          </a:p>
          <a:p>
            <a:pPr marL="0" indent="0">
              <a:buNone/>
            </a:pPr>
            <a:r>
              <a:rPr lang="en-IN" dirty="0"/>
              <a:t>            for (String file : files)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(file);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("Not a directory.");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4333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Deleting a File –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DeleteFileExample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File </a:t>
            </a:r>
            <a:r>
              <a:rPr lang="en-IN" dirty="0" err="1"/>
              <a:t>file</a:t>
            </a:r>
            <a:r>
              <a:rPr lang="en-IN" dirty="0"/>
              <a:t> = new File("example.txt");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file.delete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("Deleted: " + </a:t>
            </a:r>
            <a:r>
              <a:rPr lang="en-IN" dirty="0" err="1"/>
              <a:t>file.getName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("Failed to delete.");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b="1" dirty="0" smtClean="0"/>
              <a:t> </a:t>
            </a:r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64333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FAQs</a:t>
            </a:r>
          </a:p>
          <a:p>
            <a:r>
              <a:rPr lang="en-US" b="1" dirty="0"/>
              <a:t>Q1: Can File class read/write content?</a:t>
            </a:r>
          </a:p>
          <a:p>
            <a:r>
              <a:rPr lang="en-US" dirty="0"/>
              <a:t>❌ No, the File class only deals with file metadata and directory handling. Use </a:t>
            </a:r>
            <a:r>
              <a:rPr lang="en-US" dirty="0" err="1"/>
              <a:t>FileReader</a:t>
            </a:r>
            <a:r>
              <a:rPr lang="en-US" dirty="0"/>
              <a:t>/</a:t>
            </a:r>
            <a:r>
              <a:rPr lang="en-US" dirty="0" err="1"/>
              <a:t>FileWriter</a:t>
            </a:r>
            <a:r>
              <a:rPr lang="en-US" dirty="0"/>
              <a:t> or </a:t>
            </a:r>
            <a:r>
              <a:rPr lang="en-US" dirty="0" err="1"/>
              <a:t>BufferedReader</a:t>
            </a:r>
            <a:r>
              <a:rPr lang="en-US" dirty="0"/>
              <a:t>/</a:t>
            </a:r>
            <a:r>
              <a:rPr lang="en-US" dirty="0" err="1"/>
              <a:t>BufferedWriter</a:t>
            </a:r>
            <a:r>
              <a:rPr lang="en-US" dirty="0"/>
              <a:t> for reading/writing.</a:t>
            </a:r>
          </a:p>
          <a:p>
            <a:r>
              <a:rPr lang="en-US" b="1" dirty="0"/>
              <a:t>Q2: What happens if I call </a:t>
            </a:r>
            <a:r>
              <a:rPr lang="en-US" b="1" dirty="0" err="1"/>
              <a:t>mkdir</a:t>
            </a:r>
            <a:r>
              <a:rPr lang="en-US" b="1" dirty="0"/>
              <a:t>() on an existing directory?</a:t>
            </a:r>
          </a:p>
          <a:p>
            <a:r>
              <a:rPr lang="en-US" dirty="0"/>
              <a:t>Nothing. It returns false but doesn't throw an error.</a:t>
            </a:r>
          </a:p>
          <a:p>
            <a:r>
              <a:rPr lang="en-US" b="1" dirty="0"/>
              <a:t>Q3: How do I create nested directories?</a:t>
            </a:r>
          </a:p>
          <a:p>
            <a:r>
              <a:rPr lang="en-US" dirty="0"/>
              <a:t>Use </a:t>
            </a:r>
            <a:r>
              <a:rPr lang="en-US" dirty="0" err="1"/>
              <a:t>mkdirs</a:t>
            </a:r>
            <a:r>
              <a:rPr lang="en-US" dirty="0"/>
              <a:t>() instead of </a:t>
            </a:r>
            <a:r>
              <a:rPr lang="en-US" dirty="0" err="1"/>
              <a:t>mkdir</a:t>
            </a:r>
            <a:r>
              <a:rPr lang="en-US" dirty="0"/>
              <a:t>().</a:t>
            </a:r>
          </a:p>
          <a:p>
            <a:r>
              <a:rPr lang="en-US" dirty="0" smtClean="0"/>
              <a:t>File </a:t>
            </a:r>
            <a:r>
              <a:rPr lang="en-US" dirty="0" err="1"/>
              <a:t>dirs</a:t>
            </a:r>
            <a:r>
              <a:rPr lang="en-US" dirty="0"/>
              <a:t> = new File("</a:t>
            </a:r>
            <a:r>
              <a:rPr lang="en-US" dirty="0" err="1"/>
              <a:t>parentDir</a:t>
            </a:r>
            <a:r>
              <a:rPr lang="en-US" dirty="0"/>
              <a:t>/</a:t>
            </a:r>
            <a:r>
              <a:rPr lang="en-US" dirty="0" err="1"/>
              <a:t>childDir</a:t>
            </a:r>
            <a:r>
              <a:rPr lang="en-US" dirty="0"/>
              <a:t>"); </a:t>
            </a:r>
            <a:endParaRPr lang="en-US" dirty="0" smtClean="0"/>
          </a:p>
          <a:p>
            <a:r>
              <a:rPr lang="en-US" dirty="0" err="1" smtClean="0"/>
              <a:t>dirs.mkdirs</a:t>
            </a:r>
            <a:r>
              <a:rPr lang="en-US" dirty="0"/>
              <a:t>(); // Creates both if not exist </a:t>
            </a:r>
          </a:p>
          <a:p>
            <a:r>
              <a:rPr lang="en-US" b="1" dirty="0"/>
              <a:t>Q4: Can I check if a file is hidden?</a:t>
            </a:r>
          </a:p>
          <a:p>
            <a:r>
              <a:rPr lang="en-US" dirty="0"/>
              <a:t>Yes, use </a:t>
            </a:r>
            <a:r>
              <a:rPr lang="en-US" dirty="0" err="1"/>
              <a:t>file.isHidden</a:t>
            </a:r>
            <a:r>
              <a:rPr lang="en-US" dirty="0"/>
              <a:t>().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332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 smtClean="0"/>
              <a:t>Practice questions – </a:t>
            </a:r>
          </a:p>
          <a:p>
            <a:r>
              <a:rPr lang="en-US" dirty="0" smtClean="0"/>
              <a:t>1 - Write </a:t>
            </a:r>
            <a:r>
              <a:rPr lang="en-US" dirty="0"/>
              <a:t>a Java program that takes a directory path as input and prints the names of all files (not directories) present in that directory.</a:t>
            </a:r>
          </a:p>
          <a:p>
            <a:r>
              <a:rPr lang="en-US" b="1" dirty="0"/>
              <a:t>Requirements:</a:t>
            </a:r>
            <a:endParaRPr lang="en-US" dirty="0"/>
          </a:p>
          <a:p>
            <a:r>
              <a:rPr lang="en-US" dirty="0"/>
              <a:t>Use </a:t>
            </a:r>
            <a:r>
              <a:rPr lang="en-US" dirty="0" err="1"/>
              <a:t>java.io.File</a:t>
            </a:r>
            <a:endParaRPr lang="en-US" dirty="0"/>
          </a:p>
          <a:p>
            <a:r>
              <a:rPr lang="en-US" dirty="0"/>
              <a:t>Handle the case where the directory path is invalid or does not exist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2 - Create </a:t>
            </a:r>
            <a:r>
              <a:rPr lang="en-US" dirty="0"/>
              <a:t>a Java program that counts and displays the number of files and subdirectories present in a given directory.</a:t>
            </a:r>
          </a:p>
          <a:p>
            <a:r>
              <a:rPr lang="en-US" b="1" dirty="0"/>
              <a:t>Requirements:</a:t>
            </a:r>
            <a:endParaRPr lang="en-US" dirty="0"/>
          </a:p>
          <a:p>
            <a:r>
              <a:rPr lang="en-US" dirty="0"/>
              <a:t>Use File[] </a:t>
            </a:r>
            <a:r>
              <a:rPr lang="en-US" dirty="0" err="1"/>
              <a:t>listFiles</a:t>
            </a:r>
            <a:r>
              <a:rPr lang="en-US" dirty="0"/>
              <a:t>() method</a:t>
            </a:r>
          </a:p>
          <a:p>
            <a:r>
              <a:rPr lang="en-US" dirty="0"/>
              <a:t>Differentiate between files and directories using </a:t>
            </a:r>
            <a:r>
              <a:rPr lang="en-US" dirty="0" err="1"/>
              <a:t>isFile</a:t>
            </a:r>
            <a:r>
              <a:rPr lang="en-US" dirty="0"/>
              <a:t>() and </a:t>
            </a:r>
            <a:r>
              <a:rPr lang="en-US" dirty="0" err="1"/>
              <a:t>isDirectory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74344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85000" lnSpcReduction="10000"/>
          </a:bodyPr>
          <a:lstStyle/>
          <a:p>
            <a:r>
              <a:rPr lang="en-IN" dirty="0" smtClean="0"/>
              <a:t>3 - </a:t>
            </a:r>
            <a:r>
              <a:rPr lang="en-US" dirty="0"/>
              <a:t>Write a program to create a new file with a given name. If the file is successfully created, print:</a:t>
            </a:r>
          </a:p>
          <a:p>
            <a:r>
              <a:rPr lang="en-US" dirty="0"/>
              <a:t>File name</a:t>
            </a:r>
          </a:p>
          <a:p>
            <a:r>
              <a:rPr lang="en-US" dirty="0"/>
              <a:t>Absolute path</a:t>
            </a:r>
          </a:p>
          <a:p>
            <a:r>
              <a:rPr lang="en-US" dirty="0"/>
              <a:t>Is the file writable?</a:t>
            </a:r>
          </a:p>
          <a:p>
            <a:r>
              <a:rPr lang="en-US" dirty="0"/>
              <a:t>Is the file readable?</a:t>
            </a:r>
          </a:p>
          <a:p>
            <a:r>
              <a:rPr lang="en-US" dirty="0"/>
              <a:t>File length in bytes (which should be 0 at creation)</a:t>
            </a:r>
          </a:p>
          <a:p>
            <a:r>
              <a:rPr lang="en-US" b="1" dirty="0"/>
              <a:t>Requirements:</a:t>
            </a:r>
            <a:endParaRPr lang="en-US" dirty="0"/>
          </a:p>
          <a:p>
            <a:r>
              <a:rPr lang="en-US" dirty="0"/>
              <a:t>Use methods like </a:t>
            </a:r>
            <a:r>
              <a:rPr lang="en-US" dirty="0" err="1"/>
              <a:t>createNewFile</a:t>
            </a:r>
            <a:r>
              <a:rPr lang="en-US" dirty="0"/>
              <a:t>(), </a:t>
            </a:r>
            <a:r>
              <a:rPr lang="en-US" dirty="0" err="1"/>
              <a:t>getAbsolutePath</a:t>
            </a:r>
            <a:r>
              <a:rPr lang="en-US" dirty="0"/>
              <a:t>(), </a:t>
            </a:r>
            <a:r>
              <a:rPr lang="en-US" dirty="0" err="1"/>
              <a:t>canRead</a:t>
            </a:r>
            <a:r>
              <a:rPr lang="en-US" dirty="0"/>
              <a:t>(), </a:t>
            </a:r>
            <a:r>
              <a:rPr lang="en-US" dirty="0" err="1"/>
              <a:t>canWrite</a:t>
            </a:r>
            <a:r>
              <a:rPr lang="en-US" dirty="0"/>
              <a:t>(), and length()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77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 smtClean="0"/>
              <a:t>1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ListFilesInDirectory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Scanner </a:t>
            </a:r>
            <a:r>
              <a:rPr lang="en-IN" dirty="0" err="1"/>
              <a:t>scanner</a:t>
            </a:r>
            <a:r>
              <a:rPr lang="en-IN" dirty="0"/>
              <a:t> = new Scanner(System.in);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directory path: ");</a:t>
            </a:r>
          </a:p>
          <a:p>
            <a:pPr marL="0" indent="0">
              <a:buNone/>
            </a:pPr>
            <a:r>
              <a:rPr lang="en-IN" dirty="0"/>
              <a:t>        String path = </a:t>
            </a:r>
            <a:r>
              <a:rPr lang="en-IN" dirty="0" err="1"/>
              <a:t>scanner.nextLine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File directory = new File(path);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directory.exists</a:t>
            </a:r>
            <a:r>
              <a:rPr lang="en-IN" dirty="0"/>
              <a:t>() &amp;&amp; </a:t>
            </a:r>
            <a:r>
              <a:rPr lang="en-IN" dirty="0" err="1"/>
              <a:t>directory.isDirectory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File[] files = </a:t>
            </a:r>
            <a:r>
              <a:rPr lang="en-IN" dirty="0" err="1"/>
              <a:t>directory.listFiles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("Files in directory:");</a:t>
            </a:r>
          </a:p>
          <a:p>
            <a:pPr marL="0" indent="0">
              <a:buNone/>
            </a:pPr>
            <a:r>
              <a:rPr lang="en-IN" dirty="0"/>
              <a:t>            for (File </a:t>
            </a:r>
            <a:r>
              <a:rPr lang="en-IN" dirty="0" err="1"/>
              <a:t>file</a:t>
            </a:r>
            <a:r>
              <a:rPr lang="en-IN" dirty="0"/>
              <a:t> : files) {</a:t>
            </a:r>
          </a:p>
          <a:p>
            <a:pPr marL="0" indent="0">
              <a:buNone/>
            </a:pPr>
            <a:r>
              <a:rPr lang="en-IN" dirty="0"/>
              <a:t>                if (</a:t>
            </a:r>
            <a:r>
              <a:rPr lang="en-IN" dirty="0" err="1"/>
              <a:t>file.isFile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System.out.println</a:t>
            </a:r>
            <a:r>
              <a:rPr lang="en-IN" dirty="0"/>
              <a:t>("File: " + </a:t>
            </a:r>
            <a:r>
              <a:rPr lang="en-IN" dirty="0" err="1"/>
              <a:t>file.getName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    }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("Invalid directory path.");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scanner.close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77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 smtClean="0"/>
              <a:t>2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CountFilesAndDirs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path = "C:\\Users\\Rohit\\Documents"; // You can change this path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File directory = new File(path);</a:t>
            </a:r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directory.exists</a:t>
            </a:r>
            <a:r>
              <a:rPr lang="en-IN" dirty="0"/>
              <a:t>() &amp;&amp; </a:t>
            </a:r>
            <a:r>
              <a:rPr lang="en-IN" dirty="0" err="1"/>
              <a:t>directory.isDirectory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fileCount</a:t>
            </a:r>
            <a:r>
              <a:rPr lang="en-IN" dirty="0"/>
              <a:t> = 0;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dirCount</a:t>
            </a:r>
            <a:r>
              <a:rPr lang="en-IN" dirty="0"/>
              <a:t> = 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File[] list = </a:t>
            </a:r>
            <a:r>
              <a:rPr lang="en-IN" dirty="0" err="1"/>
              <a:t>directory.listFiles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    for (File </a:t>
            </a:r>
            <a:r>
              <a:rPr lang="en-IN" dirty="0" err="1"/>
              <a:t>file</a:t>
            </a:r>
            <a:r>
              <a:rPr lang="en-IN" dirty="0"/>
              <a:t> : list) {</a:t>
            </a:r>
          </a:p>
          <a:p>
            <a:pPr marL="0" indent="0">
              <a:buNone/>
            </a:pPr>
            <a:r>
              <a:rPr lang="en-IN" dirty="0"/>
              <a:t>                if (</a:t>
            </a:r>
            <a:r>
              <a:rPr lang="en-IN" dirty="0" err="1"/>
              <a:t>file.isFile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fileCount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            } else if (</a:t>
            </a:r>
            <a:r>
              <a:rPr lang="en-IN" dirty="0" err="1"/>
              <a:t>file.isDirectory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dirCount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            }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("Total Files: " + </a:t>
            </a:r>
            <a:r>
              <a:rPr lang="en-IN" dirty="0" err="1"/>
              <a:t>fileCount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("Total Directories: " + </a:t>
            </a:r>
            <a:r>
              <a:rPr lang="en-IN" dirty="0" err="1"/>
              <a:t>dirCount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} else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("Invalid directory path.");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775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 smtClean="0"/>
              <a:t>3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CreateFileMetadata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Scanner </a:t>
            </a:r>
            <a:r>
              <a:rPr lang="en-IN" dirty="0" err="1"/>
              <a:t>scanner</a:t>
            </a:r>
            <a:r>
              <a:rPr lang="en-IN" dirty="0"/>
              <a:t> = new Scanner(System.in);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file name to create (e.g., output.txt): ");</a:t>
            </a:r>
          </a:p>
          <a:p>
            <a:pPr marL="0" indent="0">
              <a:buNone/>
            </a:pPr>
            <a:r>
              <a:rPr lang="en-IN" dirty="0"/>
              <a:t>        String </a:t>
            </a:r>
            <a:r>
              <a:rPr lang="en-IN" dirty="0" err="1"/>
              <a:t>fileName</a:t>
            </a:r>
            <a:r>
              <a:rPr lang="en-IN" dirty="0"/>
              <a:t> = </a:t>
            </a:r>
            <a:r>
              <a:rPr lang="en-IN" dirty="0" err="1"/>
              <a:t>scanner.nextLine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File </a:t>
            </a:r>
            <a:r>
              <a:rPr lang="en-IN" dirty="0" err="1"/>
              <a:t>file</a:t>
            </a:r>
            <a:r>
              <a:rPr lang="en-IN" dirty="0"/>
              <a:t> = new File(</a:t>
            </a:r>
            <a:r>
              <a:rPr lang="en-IN" dirty="0" err="1"/>
              <a:t>fileName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try {</a:t>
            </a:r>
          </a:p>
          <a:p>
            <a:pPr marL="0" indent="0">
              <a:buNone/>
            </a:pPr>
            <a:r>
              <a:rPr lang="en-IN" dirty="0"/>
              <a:t>            if (</a:t>
            </a:r>
            <a:r>
              <a:rPr lang="en-IN" dirty="0" err="1"/>
              <a:t>file.createNewFile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("File created: " + </a:t>
            </a:r>
            <a:r>
              <a:rPr lang="en-IN" dirty="0" err="1"/>
              <a:t>file.getName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("Absolute Path: " + </a:t>
            </a:r>
            <a:r>
              <a:rPr lang="en-IN" dirty="0" err="1"/>
              <a:t>file.getAbsolutePath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("Readable: " + </a:t>
            </a:r>
            <a:r>
              <a:rPr lang="en-IN" dirty="0" err="1"/>
              <a:t>file.canRead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("Writable: " + </a:t>
            </a:r>
            <a:r>
              <a:rPr lang="en-IN" dirty="0" err="1"/>
              <a:t>file.canWrite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("Size: " + </a:t>
            </a:r>
            <a:r>
              <a:rPr lang="en-IN" dirty="0" err="1"/>
              <a:t>file.length</a:t>
            </a:r>
            <a:r>
              <a:rPr lang="en-IN" dirty="0"/>
              <a:t>() + " bytes");</a:t>
            </a:r>
          </a:p>
          <a:p>
            <a:pPr marL="0" indent="0">
              <a:buNone/>
            </a:pPr>
            <a:r>
              <a:rPr lang="en-IN" dirty="0"/>
              <a:t>            } else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System.out.println</a:t>
            </a:r>
            <a:r>
              <a:rPr lang="en-IN" dirty="0"/>
              <a:t>("File already exists.");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("An error occurred.");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scanner.close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77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Stream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Stream</a:t>
            </a:r>
            <a:r>
              <a:rPr lang="en-US" sz="2400" dirty="0"/>
              <a:t> in Java represents a continuous flow of data, which can be </a:t>
            </a:r>
            <a:r>
              <a:rPr lang="en-US" sz="2400" b="1" dirty="0"/>
              <a:t>input</a:t>
            </a:r>
            <a:r>
              <a:rPr lang="en-US" sz="2400" dirty="0"/>
              <a:t> (reading data) or </a:t>
            </a:r>
            <a:r>
              <a:rPr lang="en-US" sz="2400" b="1" dirty="0"/>
              <a:t>output</a:t>
            </a:r>
            <a:r>
              <a:rPr lang="en-US" sz="2400" dirty="0"/>
              <a:t> (writing data). Streams are categorized into </a:t>
            </a:r>
            <a:r>
              <a:rPr lang="en-US" sz="2400" b="1" dirty="0"/>
              <a:t>Byte Streams</a:t>
            </a:r>
            <a:r>
              <a:rPr lang="en-US" sz="2400" dirty="0"/>
              <a:t> and </a:t>
            </a:r>
            <a:r>
              <a:rPr lang="en-US" sz="2400" b="1" dirty="0"/>
              <a:t>Character Streams</a:t>
            </a:r>
            <a:r>
              <a:rPr lang="en-US" sz="2400" dirty="0"/>
              <a:t>.</a:t>
            </a:r>
            <a:endParaRPr lang="en-IN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819400"/>
            <a:ext cx="599757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1127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US" sz="2400" b="1" dirty="0"/>
              <a:t>Byte Streams (Binary Data)</a:t>
            </a:r>
          </a:p>
          <a:p>
            <a:r>
              <a:rPr lang="en-US" sz="2400" dirty="0"/>
              <a:t>Byte streams are used for handling binary data such as </a:t>
            </a:r>
            <a:r>
              <a:rPr lang="en-US" sz="2400" b="1" dirty="0"/>
              <a:t>images, audio, and video files</a:t>
            </a:r>
            <a:r>
              <a:rPr lang="en-US" sz="2400" dirty="0"/>
              <a:t>. These streams work with </a:t>
            </a:r>
            <a:r>
              <a:rPr lang="en-US" sz="2400" b="1" dirty="0"/>
              <a:t>8-bit bytes</a:t>
            </a:r>
            <a:r>
              <a:rPr lang="en-US" sz="2400" dirty="0"/>
              <a:t>.</a:t>
            </a:r>
          </a:p>
          <a:p>
            <a:r>
              <a:rPr lang="en-US" sz="2400" dirty="0"/>
              <a:t>Key Classes for Byte </a:t>
            </a:r>
            <a:r>
              <a:rPr lang="en-US" sz="2400" dirty="0" smtClean="0"/>
              <a:t>Streams – </a:t>
            </a:r>
          </a:p>
          <a:p>
            <a:endParaRPr lang="en-IN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971800"/>
            <a:ext cx="72024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Writing and Reading using Byte </a:t>
            </a:r>
            <a:r>
              <a:rPr lang="en-US" dirty="0" smtClean="0"/>
              <a:t>Streams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java.io.FileInputStream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java.io.FileOutputStream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ByteStreamExample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data = "Hello, Byte Streams!";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// Writing to a file</a:t>
            </a:r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fos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("bytefile.txt"))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fos.write</a:t>
            </a:r>
            <a:r>
              <a:rPr lang="en-IN" dirty="0"/>
              <a:t>(</a:t>
            </a:r>
            <a:r>
              <a:rPr lang="en-IN" dirty="0" err="1"/>
              <a:t>data.getBytes</a:t>
            </a:r>
            <a:r>
              <a:rPr lang="en-IN" dirty="0"/>
              <a:t>()); // Converting string to byte array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("Data written successfully.");</a:t>
            </a:r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Reading from a file</a:t>
            </a:r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fis</a:t>
            </a:r>
            <a:r>
              <a:rPr lang="en-IN" dirty="0"/>
              <a:t> = new </a:t>
            </a:r>
            <a:r>
              <a:rPr lang="en-IN" dirty="0" err="1"/>
              <a:t>FileInputStream</a:t>
            </a:r>
            <a:r>
              <a:rPr lang="en-IN" dirty="0"/>
              <a:t>("bytefile.txt"))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i;</a:t>
            </a:r>
          </a:p>
          <a:p>
            <a:pPr marL="0" indent="0">
              <a:buNone/>
            </a:pPr>
            <a:r>
              <a:rPr lang="en-IN" dirty="0"/>
              <a:t>            while ((i = </a:t>
            </a:r>
            <a:r>
              <a:rPr lang="en-IN" dirty="0" err="1"/>
              <a:t>fis.read</a:t>
            </a:r>
            <a:r>
              <a:rPr lang="en-IN" dirty="0"/>
              <a:t>()) != -1) { // Reading byte by byte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</a:t>
            </a:r>
            <a:r>
              <a:rPr lang="en-IN" dirty="0"/>
              <a:t>((char) i); // Converting byte to character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Writing</a:t>
            </a:r>
            <a:endParaRPr lang="en-IN" dirty="0"/>
          </a:p>
          <a:p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fos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("bytefile.txt"); → Opens a file for writing.</a:t>
            </a:r>
          </a:p>
          <a:p>
            <a:r>
              <a:rPr lang="en-IN" dirty="0" err="1"/>
              <a:t>fos.write</a:t>
            </a:r>
            <a:r>
              <a:rPr lang="en-IN" dirty="0"/>
              <a:t>(</a:t>
            </a:r>
            <a:r>
              <a:rPr lang="en-IN" dirty="0" err="1"/>
              <a:t>data.getBytes</a:t>
            </a:r>
            <a:r>
              <a:rPr lang="en-IN" dirty="0"/>
              <a:t>()); → Converts the string into bytes and writes to the file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b="1" dirty="0"/>
              <a:t>Reading</a:t>
            </a:r>
            <a:endParaRPr lang="en-IN" dirty="0"/>
          </a:p>
          <a:p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fis</a:t>
            </a:r>
            <a:r>
              <a:rPr lang="en-IN" dirty="0"/>
              <a:t> = new </a:t>
            </a:r>
            <a:r>
              <a:rPr lang="en-IN" dirty="0" err="1"/>
              <a:t>FileInputStream</a:t>
            </a:r>
            <a:r>
              <a:rPr lang="en-IN" dirty="0"/>
              <a:t>("bytefile.txt"); → Opens a file for reading.</a:t>
            </a:r>
          </a:p>
          <a:p>
            <a:r>
              <a:rPr lang="en-IN" dirty="0" err="1"/>
              <a:t>fis.read</a:t>
            </a:r>
            <a:r>
              <a:rPr lang="en-IN" dirty="0"/>
              <a:t>(); → Reads one byte at a time.</a:t>
            </a:r>
          </a:p>
          <a:p>
            <a:r>
              <a:rPr lang="en-IN" dirty="0" err="1"/>
              <a:t>System.out.print</a:t>
            </a:r>
            <a:r>
              <a:rPr lang="en-IN" dirty="0"/>
              <a:t>((char) i); → Converts byte back to character and prints.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Append Data</a:t>
            </a:r>
            <a:r>
              <a:rPr lang="en-IN" b="1" dirty="0" smtClean="0"/>
              <a:t>: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java.io.FileOutputStream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AppendToFileExample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fileOutputStream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("C:/data/demo.txt", true)) {</a:t>
            </a:r>
          </a:p>
          <a:p>
            <a:pPr marL="0" indent="0">
              <a:buNone/>
            </a:pPr>
            <a:r>
              <a:rPr lang="en-IN" dirty="0"/>
              <a:t>            String data = " Hello again!";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fileOutputStream.write</a:t>
            </a:r>
            <a:r>
              <a:rPr lang="en-IN" dirty="0"/>
              <a:t>(</a:t>
            </a:r>
            <a:r>
              <a:rPr lang="en-IN" dirty="0" err="1"/>
              <a:t>data.getBytes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("Append done");</a:t>
            </a:r>
          </a:p>
          <a:p>
            <a:pPr marL="0" indent="0">
              <a:buNone/>
            </a:pPr>
            <a:r>
              <a:rPr lang="en-IN" dirty="0"/>
              <a:t>        } catch (Exception exception)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(exception);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133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BufferedInputStream</a:t>
            </a:r>
            <a:r>
              <a:rPr lang="en-US" sz="2400" dirty="0"/>
              <a:t> wraps </a:t>
            </a:r>
            <a:r>
              <a:rPr lang="en-US" sz="2400" dirty="0" err="1"/>
              <a:t>FileInputStream</a:t>
            </a:r>
            <a:r>
              <a:rPr lang="en-US" sz="2400" dirty="0"/>
              <a:t> to read data more efficiently by using an internal buffer, reducing the number of disk access operations.</a:t>
            </a:r>
          </a:p>
          <a:p>
            <a:r>
              <a:rPr lang="en-US" sz="2400" b="1" dirty="0" err="1"/>
              <a:t>BufferedOutputStream</a:t>
            </a:r>
            <a:r>
              <a:rPr lang="en-US" sz="2400" dirty="0"/>
              <a:t> wraps </a:t>
            </a:r>
            <a:r>
              <a:rPr lang="en-US" sz="2400" dirty="0" err="1"/>
              <a:t>FileOutputStream</a:t>
            </a:r>
            <a:r>
              <a:rPr lang="en-US" sz="2400" dirty="0"/>
              <a:t> to improve write performance by collecting bytes in a buffer before writing them all at once to the file.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47832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java.io.BufferedInputStream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java.io.BufferedOutputStream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java.io.FileInputStream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java.io.FileOutputStream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r>
              <a:rPr lang="en-IN" sz="2400" dirty="0"/>
              <a:t>import </a:t>
            </a:r>
            <a:r>
              <a:rPr lang="en-IN" sz="2400" dirty="0" err="1"/>
              <a:t>java.io.IOException</a:t>
            </a:r>
            <a:r>
              <a:rPr lang="en-IN" sz="2400" dirty="0"/>
              <a:t>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public class </a:t>
            </a:r>
            <a:r>
              <a:rPr lang="en-IN" sz="2400" dirty="0" err="1"/>
              <a:t>BufferedByteStreamExample</a:t>
            </a:r>
            <a:r>
              <a:rPr lang="en-IN" sz="2400" dirty="0"/>
              <a:t> {</a:t>
            </a:r>
          </a:p>
          <a:p>
            <a:pPr marL="0" indent="0">
              <a:buNone/>
            </a:pPr>
            <a:r>
              <a:rPr lang="en-IN" sz="2400" dirty="0"/>
              <a:t>    public static void main(String[] </a:t>
            </a:r>
            <a:r>
              <a:rPr lang="en-IN" sz="2400" dirty="0" err="1"/>
              <a:t>args</a:t>
            </a:r>
            <a:r>
              <a:rPr lang="en-IN" sz="2400" dirty="0"/>
              <a:t>) {</a:t>
            </a:r>
          </a:p>
          <a:p>
            <a:pPr marL="0" indent="0">
              <a:buNone/>
            </a:pPr>
            <a:r>
              <a:rPr lang="en-IN" sz="2400" dirty="0"/>
              <a:t>        String data = "Hello, Buffered Byte Streams!";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</a:p>
          <a:p>
            <a:pPr marL="0" indent="0">
              <a:buNone/>
            </a:pPr>
            <a:r>
              <a:rPr lang="en-IN" sz="2400" dirty="0"/>
              <a:t>        // Writing using </a:t>
            </a:r>
            <a:r>
              <a:rPr lang="en-IN" sz="2400" dirty="0" err="1"/>
              <a:t>BufferedOutputStream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try (</a:t>
            </a:r>
            <a:r>
              <a:rPr lang="en-IN" sz="2400" dirty="0" err="1"/>
              <a:t>BufferedOutputStream</a:t>
            </a:r>
            <a:r>
              <a:rPr lang="en-IN" sz="2400" dirty="0"/>
              <a:t> </a:t>
            </a:r>
            <a:r>
              <a:rPr lang="en-IN" sz="2400" dirty="0" err="1"/>
              <a:t>bos</a:t>
            </a:r>
            <a:r>
              <a:rPr lang="en-IN" sz="2400" dirty="0"/>
              <a:t> = new </a:t>
            </a:r>
            <a:r>
              <a:rPr lang="en-IN" sz="2400" dirty="0" err="1"/>
              <a:t>BufferedOutputStream</a:t>
            </a:r>
            <a:r>
              <a:rPr lang="en-IN" sz="2400" dirty="0"/>
              <a:t>(new </a:t>
            </a:r>
            <a:r>
              <a:rPr lang="en-IN" sz="2400" dirty="0" err="1"/>
              <a:t>FileOutputStream</a:t>
            </a:r>
            <a:r>
              <a:rPr lang="en-IN" sz="2400" dirty="0"/>
              <a:t>("bufferedfile.txt"))) 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bos.write</a:t>
            </a:r>
            <a:r>
              <a:rPr lang="en-IN" sz="2400" dirty="0"/>
              <a:t>(</a:t>
            </a:r>
            <a:r>
              <a:rPr lang="en-IN" sz="2400" dirty="0" err="1"/>
              <a:t>data.getBytes</a:t>
            </a:r>
            <a:r>
              <a:rPr lang="en-IN" sz="2400" dirty="0"/>
              <a:t>());   // Writes data to buffer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bos.flush</a:t>
            </a:r>
            <a:r>
              <a:rPr lang="en-IN" sz="2400" dirty="0"/>
              <a:t>();                  // Forces any remaining data to be written to file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System.out.println</a:t>
            </a:r>
            <a:r>
              <a:rPr lang="en-IN" sz="2400" dirty="0"/>
              <a:t>("Data written successfully using </a:t>
            </a:r>
            <a:r>
              <a:rPr lang="en-IN" sz="2400" dirty="0" err="1"/>
              <a:t>BufferedOutputStream</a:t>
            </a:r>
            <a:r>
              <a:rPr lang="en-IN" sz="2400" dirty="0"/>
              <a:t>.");</a:t>
            </a:r>
          </a:p>
          <a:p>
            <a:pPr marL="0" indent="0">
              <a:buNone/>
            </a:pPr>
            <a:r>
              <a:rPr lang="en-IN" sz="2400" dirty="0"/>
              <a:t>        } catch (</a:t>
            </a:r>
            <a:r>
              <a:rPr lang="en-IN" sz="2400" dirty="0" err="1"/>
              <a:t>IOException</a:t>
            </a:r>
            <a:r>
              <a:rPr lang="en-IN" sz="2400" dirty="0"/>
              <a:t> e) 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e.printStackTrace</a:t>
            </a:r>
            <a:r>
              <a:rPr lang="en-IN" sz="2400" dirty="0"/>
              <a:t>();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// Reading using </a:t>
            </a:r>
            <a:r>
              <a:rPr lang="en-IN" sz="2400" dirty="0" err="1"/>
              <a:t>BufferedInputStream</a:t>
            </a: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try (</a:t>
            </a:r>
            <a:r>
              <a:rPr lang="en-IN" sz="2400" dirty="0" err="1"/>
              <a:t>BufferedInputStream</a:t>
            </a:r>
            <a:r>
              <a:rPr lang="en-IN" sz="2400" dirty="0"/>
              <a:t> </a:t>
            </a:r>
            <a:r>
              <a:rPr lang="en-IN" sz="2400" dirty="0" err="1"/>
              <a:t>bis</a:t>
            </a:r>
            <a:r>
              <a:rPr lang="en-IN" sz="2400" dirty="0"/>
              <a:t> = new </a:t>
            </a:r>
            <a:r>
              <a:rPr lang="en-IN" sz="2400" dirty="0" err="1"/>
              <a:t>BufferedInputStream</a:t>
            </a:r>
            <a:r>
              <a:rPr lang="en-IN" sz="2400" dirty="0"/>
              <a:t>(new </a:t>
            </a:r>
            <a:r>
              <a:rPr lang="en-IN" sz="2400" dirty="0" err="1"/>
              <a:t>FileInputStream</a:t>
            </a:r>
            <a:r>
              <a:rPr lang="en-IN" sz="2400" dirty="0"/>
              <a:t>("bufferedfile.txt"))) 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int</a:t>
            </a:r>
            <a:r>
              <a:rPr lang="en-IN" sz="2400" dirty="0"/>
              <a:t> i;</a:t>
            </a:r>
          </a:p>
          <a:p>
            <a:pPr marL="0" indent="0">
              <a:buNone/>
            </a:pPr>
            <a:r>
              <a:rPr lang="en-IN" sz="2400" dirty="0"/>
              <a:t>            while ((i = </a:t>
            </a:r>
            <a:r>
              <a:rPr lang="en-IN" sz="2400" dirty="0" err="1"/>
              <a:t>bis.read</a:t>
            </a:r>
            <a:r>
              <a:rPr lang="en-IN" sz="2400" dirty="0"/>
              <a:t>()) != -1) { // Reads from buffer</a:t>
            </a:r>
          </a:p>
          <a:p>
            <a:pPr marL="0" indent="0">
              <a:buNone/>
            </a:pPr>
            <a:r>
              <a:rPr lang="en-IN" sz="2400" dirty="0"/>
              <a:t>                </a:t>
            </a:r>
            <a:r>
              <a:rPr lang="en-IN" sz="2400" dirty="0" err="1"/>
              <a:t>System.out.print</a:t>
            </a:r>
            <a:r>
              <a:rPr lang="en-IN" sz="2400" dirty="0"/>
              <a:t>((char) i);  // Print character</a:t>
            </a:r>
          </a:p>
          <a:p>
            <a:pPr marL="0" indent="0">
              <a:buNone/>
            </a:pPr>
            <a:r>
              <a:rPr lang="en-IN" sz="2400" dirty="0"/>
              <a:t>            }</a:t>
            </a:r>
          </a:p>
          <a:p>
            <a:pPr marL="0" indent="0">
              <a:buNone/>
            </a:pPr>
            <a:r>
              <a:rPr lang="en-IN" sz="2400" dirty="0"/>
              <a:t>        } catch (</a:t>
            </a:r>
            <a:r>
              <a:rPr lang="en-IN" sz="2400" dirty="0" err="1"/>
              <a:t>IOException</a:t>
            </a:r>
            <a:r>
              <a:rPr lang="en-IN" sz="2400" dirty="0"/>
              <a:t> e) {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e.printStackTrace</a:t>
            </a:r>
            <a:r>
              <a:rPr lang="en-IN" sz="2400" dirty="0"/>
              <a:t>();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47117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en-US" b="1" dirty="0"/>
              <a:t>Character Streams (Text Data)</a:t>
            </a:r>
          </a:p>
          <a:p>
            <a:r>
              <a:rPr lang="en-US" dirty="0"/>
              <a:t>Character streams handle </a:t>
            </a:r>
            <a:r>
              <a:rPr lang="en-US" b="1" dirty="0"/>
              <a:t>text files</a:t>
            </a:r>
            <a:r>
              <a:rPr lang="en-US" dirty="0"/>
              <a:t> (like .txt or .</a:t>
            </a:r>
            <a:r>
              <a:rPr lang="en-US" dirty="0" err="1"/>
              <a:t>csv</a:t>
            </a:r>
            <a:r>
              <a:rPr lang="en-US" dirty="0"/>
              <a:t>) and work with </a:t>
            </a:r>
            <a:r>
              <a:rPr lang="en-US" b="1" dirty="0"/>
              <a:t>16-bit Unicode characters</a:t>
            </a:r>
            <a:r>
              <a:rPr lang="en-US" dirty="0" smtClean="0"/>
              <a:t>.</a:t>
            </a:r>
          </a:p>
          <a:p>
            <a:r>
              <a:rPr lang="en-US" b="1" dirty="0"/>
              <a:t>Key Classes for Character </a:t>
            </a:r>
            <a:r>
              <a:rPr lang="en-US" b="1" dirty="0" smtClean="0"/>
              <a:t>Streams - </a:t>
            </a: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29000"/>
            <a:ext cx="71247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Writing and Reading using Character </a:t>
            </a:r>
            <a:r>
              <a:rPr lang="en-US" dirty="0" smtClean="0"/>
              <a:t>Streams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java.io.FileReader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java.io.FileWriter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java.io.IOException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CharacterStreamExample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data = "Hello, Character Streams!";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Writing to a file</a:t>
            </a:r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FileWriter</a:t>
            </a:r>
            <a:r>
              <a:rPr lang="en-IN" dirty="0"/>
              <a:t> writer = new </a:t>
            </a:r>
            <a:r>
              <a:rPr lang="en-IN" dirty="0" err="1"/>
              <a:t>FileWriter</a:t>
            </a:r>
            <a:r>
              <a:rPr lang="en-IN" dirty="0"/>
              <a:t>("charfile.txt"))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writer.write</a:t>
            </a:r>
            <a:r>
              <a:rPr lang="en-IN" dirty="0"/>
              <a:t>(data); // Writing string directly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("Data written successfully.");</a:t>
            </a:r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Reading from a file</a:t>
            </a:r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FileReader</a:t>
            </a:r>
            <a:r>
              <a:rPr lang="en-IN" dirty="0"/>
              <a:t> reader = new </a:t>
            </a:r>
            <a:r>
              <a:rPr lang="en-IN" dirty="0" err="1"/>
              <a:t>FileReader</a:t>
            </a:r>
            <a:r>
              <a:rPr lang="en-IN" dirty="0"/>
              <a:t>("charfile.txt"))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i;</a:t>
            </a:r>
          </a:p>
          <a:p>
            <a:pPr marL="0" indent="0">
              <a:buNone/>
            </a:pPr>
            <a:r>
              <a:rPr lang="en-IN" dirty="0"/>
              <a:t>            while ((i = </a:t>
            </a:r>
            <a:r>
              <a:rPr lang="en-IN" dirty="0" err="1"/>
              <a:t>reader.read</a:t>
            </a:r>
            <a:r>
              <a:rPr lang="en-IN" dirty="0"/>
              <a:t>()) != -1) { // Reading character by character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System.out.print</a:t>
            </a:r>
            <a:r>
              <a:rPr lang="en-IN" dirty="0"/>
              <a:t>((char) i);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en-US" b="1" dirty="0"/>
              <a:t>Explanation</a:t>
            </a:r>
          </a:p>
          <a:p>
            <a:r>
              <a:rPr lang="en-US" b="1" dirty="0"/>
              <a:t>Writing</a:t>
            </a:r>
            <a:endParaRPr lang="en-US" dirty="0"/>
          </a:p>
          <a:p>
            <a:pPr lvl="1"/>
            <a:r>
              <a:rPr lang="en-US" dirty="0" err="1"/>
              <a:t>FileWriter</a:t>
            </a:r>
            <a:r>
              <a:rPr lang="en-US" dirty="0"/>
              <a:t> writer = new </a:t>
            </a:r>
            <a:r>
              <a:rPr lang="en-US" dirty="0" err="1"/>
              <a:t>FileWriter</a:t>
            </a:r>
            <a:r>
              <a:rPr lang="en-US" dirty="0"/>
              <a:t>("charfile.txt"); → Opens a file for writing.</a:t>
            </a:r>
          </a:p>
          <a:p>
            <a:pPr lvl="1"/>
            <a:r>
              <a:rPr lang="en-US" dirty="0" err="1"/>
              <a:t>writer.write</a:t>
            </a:r>
            <a:r>
              <a:rPr lang="en-US" dirty="0"/>
              <a:t>(data); → Directly writes characters to the file.</a:t>
            </a:r>
          </a:p>
          <a:p>
            <a:r>
              <a:rPr lang="en-US" b="1" dirty="0"/>
              <a:t>Reading</a:t>
            </a:r>
            <a:endParaRPr lang="en-US" dirty="0"/>
          </a:p>
          <a:p>
            <a:pPr lvl="1"/>
            <a:r>
              <a:rPr lang="en-US" dirty="0" err="1"/>
              <a:t>FileReader</a:t>
            </a:r>
            <a:r>
              <a:rPr lang="en-US" dirty="0"/>
              <a:t> reader = new </a:t>
            </a:r>
            <a:r>
              <a:rPr lang="en-US" dirty="0" err="1"/>
              <a:t>FileReader</a:t>
            </a:r>
            <a:r>
              <a:rPr lang="en-US" dirty="0"/>
              <a:t>("charfile.txt"); → Opens a file for reading.</a:t>
            </a:r>
          </a:p>
          <a:p>
            <a:pPr lvl="1"/>
            <a:r>
              <a:rPr lang="en-US" dirty="0" err="1"/>
              <a:t>reader.read</a:t>
            </a:r>
            <a:r>
              <a:rPr lang="en-US" dirty="0"/>
              <a:t>(); → Reads one character at a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r>
              <a:rPr lang="en-US" b="1" dirty="0"/>
              <a:t>Buffered Streams</a:t>
            </a:r>
          </a:p>
          <a:p>
            <a:r>
              <a:rPr lang="en-US" dirty="0"/>
              <a:t>Buffered streams improve </a:t>
            </a:r>
            <a:r>
              <a:rPr lang="en-US" b="1" dirty="0"/>
              <a:t>efficiency and speed</a:t>
            </a:r>
            <a:r>
              <a:rPr lang="en-US" dirty="0"/>
              <a:t> by reducing the number of direct I/O operations. They store data in an </a:t>
            </a:r>
            <a:r>
              <a:rPr lang="en-US" b="1" dirty="0"/>
              <a:t>internal buffer</a:t>
            </a:r>
            <a:r>
              <a:rPr lang="en-US" dirty="0"/>
              <a:t> before sending or receiving it in chunks.</a:t>
            </a:r>
          </a:p>
          <a:p>
            <a:r>
              <a:rPr lang="en-IN" dirty="0" err="1"/>
              <a:t>BufferedReader</a:t>
            </a:r>
            <a:r>
              <a:rPr lang="en-IN" dirty="0"/>
              <a:t> and </a:t>
            </a:r>
            <a:r>
              <a:rPr lang="en-IN" dirty="0" err="1" smtClean="0"/>
              <a:t>BufferedWriter</a:t>
            </a:r>
            <a:r>
              <a:rPr lang="en-IN" dirty="0" smtClean="0"/>
              <a:t> –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import java.io.*;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BufferedStreamExample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    // Writing using </a:t>
            </a:r>
            <a:r>
              <a:rPr lang="en-IN" dirty="0" err="1"/>
              <a:t>BufferedWriter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BufferedWriter</a:t>
            </a:r>
            <a:r>
              <a:rPr lang="en-IN" dirty="0"/>
              <a:t> writer = new </a:t>
            </a:r>
            <a:r>
              <a:rPr lang="en-IN" dirty="0" err="1"/>
              <a:t>BufferedWriter</a:t>
            </a:r>
            <a:r>
              <a:rPr lang="en-IN" dirty="0"/>
              <a:t>(new </a:t>
            </a:r>
            <a:r>
              <a:rPr lang="en-IN" dirty="0" err="1"/>
              <a:t>FileWriter</a:t>
            </a:r>
            <a:r>
              <a:rPr lang="en-IN" dirty="0"/>
              <a:t>("bufferedfile.txt"));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writer.write</a:t>
            </a:r>
            <a:r>
              <a:rPr lang="en-IN" dirty="0"/>
              <a:t>("Hello, Buffered Streams!");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writer.newLine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writer.write</a:t>
            </a:r>
            <a:r>
              <a:rPr lang="en-IN" dirty="0"/>
              <a:t>("This is the second line.");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writer.close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Reading using </a:t>
            </a:r>
            <a:r>
              <a:rPr lang="en-IN" dirty="0" err="1"/>
              <a:t>BufferedReader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BufferedReader</a:t>
            </a:r>
            <a:r>
              <a:rPr lang="en-IN" dirty="0"/>
              <a:t> reader = new </a:t>
            </a:r>
            <a:r>
              <a:rPr lang="en-IN" dirty="0" err="1"/>
              <a:t>BufferedReader</a:t>
            </a:r>
            <a:r>
              <a:rPr lang="en-IN" dirty="0"/>
              <a:t>(new </a:t>
            </a:r>
            <a:r>
              <a:rPr lang="en-IN" dirty="0" err="1"/>
              <a:t>FileReader</a:t>
            </a:r>
            <a:r>
              <a:rPr lang="en-IN" dirty="0"/>
              <a:t>("bufferedfile.txt"));</a:t>
            </a:r>
          </a:p>
          <a:p>
            <a:pPr marL="0" indent="0">
              <a:buNone/>
            </a:pPr>
            <a:r>
              <a:rPr lang="en-IN" dirty="0"/>
              <a:t>        String line;</a:t>
            </a:r>
          </a:p>
          <a:p>
            <a:pPr marL="0" indent="0">
              <a:buNone/>
            </a:pPr>
            <a:r>
              <a:rPr lang="en-IN" dirty="0"/>
              <a:t>        while ((line = </a:t>
            </a:r>
            <a:r>
              <a:rPr lang="en-IN" dirty="0" err="1"/>
              <a:t>reader.readLine</a:t>
            </a:r>
            <a:r>
              <a:rPr lang="en-IN" dirty="0"/>
              <a:t>()) != null)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(line);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reader.close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Object Serialization and Deserialization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What is Serialization?</a:t>
            </a:r>
          </a:p>
          <a:p>
            <a:r>
              <a:rPr lang="en-US" b="1" dirty="0"/>
              <a:t>Serialization</a:t>
            </a:r>
            <a:r>
              <a:rPr lang="en-US" dirty="0"/>
              <a:t> is the process of converting a </a:t>
            </a:r>
            <a:r>
              <a:rPr lang="en-US" b="1" dirty="0"/>
              <a:t>Java object into a byte stream</a:t>
            </a:r>
            <a:r>
              <a:rPr lang="en-US" dirty="0"/>
              <a:t>, so it can be:</a:t>
            </a:r>
          </a:p>
          <a:p>
            <a:r>
              <a:rPr lang="en-US" dirty="0"/>
              <a:t>Saved to a file</a:t>
            </a:r>
          </a:p>
          <a:p>
            <a:r>
              <a:rPr lang="en-US" dirty="0"/>
              <a:t>Sent over a network</a:t>
            </a:r>
          </a:p>
          <a:p>
            <a:r>
              <a:rPr lang="en-US" dirty="0"/>
              <a:t>Stored in memory or database</a:t>
            </a:r>
          </a:p>
          <a:p>
            <a:r>
              <a:rPr lang="en-US" dirty="0"/>
              <a:t>Java provides </a:t>
            </a:r>
            <a:r>
              <a:rPr lang="en-US" dirty="0" err="1"/>
              <a:t>ObjectOutputStream</a:t>
            </a:r>
            <a:r>
              <a:rPr lang="en-US" dirty="0"/>
              <a:t> for serialization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What is Deserialization?</a:t>
            </a:r>
          </a:p>
          <a:p>
            <a:r>
              <a:rPr lang="en-US" b="1" dirty="0"/>
              <a:t>Deserialization</a:t>
            </a:r>
            <a:r>
              <a:rPr lang="en-US" dirty="0"/>
              <a:t> is the reverse process — converting the </a:t>
            </a:r>
            <a:r>
              <a:rPr lang="en-US" b="1" dirty="0"/>
              <a:t>byte stream back into a Java object</a:t>
            </a:r>
            <a:r>
              <a:rPr lang="en-US" dirty="0"/>
              <a:t>.</a:t>
            </a:r>
          </a:p>
          <a:p>
            <a:r>
              <a:rPr lang="en-US" dirty="0"/>
              <a:t>Java provides </a:t>
            </a:r>
            <a:r>
              <a:rPr lang="en-US" dirty="0" err="1"/>
              <a:t>ObjectInputStream</a:t>
            </a:r>
            <a:r>
              <a:rPr lang="en-US" dirty="0"/>
              <a:t> for deserialization.</a:t>
            </a:r>
          </a:p>
          <a:p>
            <a:r>
              <a:rPr lang="en-US" b="1" dirty="0" smtClean="0"/>
              <a:t>Key </a:t>
            </a:r>
            <a:r>
              <a:rPr lang="en-US" b="1" dirty="0"/>
              <a:t>Requirements:</a:t>
            </a:r>
          </a:p>
          <a:p>
            <a:r>
              <a:rPr lang="en-US" dirty="0"/>
              <a:t>The class must </a:t>
            </a:r>
            <a:r>
              <a:rPr lang="en-US" b="1" dirty="0"/>
              <a:t>implement </a:t>
            </a:r>
            <a:r>
              <a:rPr lang="en-US" b="1" dirty="0" err="1"/>
              <a:t>Serializable</a:t>
            </a:r>
            <a:r>
              <a:rPr lang="en-US" dirty="0"/>
              <a:t> interface.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6934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Example: Serialize and </a:t>
            </a:r>
            <a:r>
              <a:rPr lang="en-US" dirty="0" err="1"/>
              <a:t>Deserialize</a:t>
            </a:r>
            <a:r>
              <a:rPr lang="en-US" dirty="0"/>
              <a:t> a Student </a:t>
            </a:r>
            <a:r>
              <a:rPr lang="en-US" dirty="0" smtClean="0"/>
              <a:t>Object –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/>
              <a:t>java.io.Serializable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Student implements </a:t>
            </a:r>
            <a:r>
              <a:rPr lang="en-IN" dirty="0" err="1"/>
              <a:t>Serializable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id;</a:t>
            </a:r>
          </a:p>
          <a:p>
            <a:pPr marL="0" indent="0">
              <a:buNone/>
            </a:pPr>
            <a:r>
              <a:rPr lang="en-IN" dirty="0"/>
              <a:t>    String name;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Student(</a:t>
            </a:r>
            <a:r>
              <a:rPr lang="en-IN" dirty="0" err="1"/>
              <a:t>int</a:t>
            </a:r>
            <a:r>
              <a:rPr lang="en-IN" dirty="0"/>
              <a:t> id, String name) {</a:t>
            </a:r>
          </a:p>
          <a:p>
            <a:pPr marL="0" indent="0">
              <a:buNone/>
            </a:pPr>
            <a:r>
              <a:rPr lang="en-IN" dirty="0"/>
              <a:t>        this.id = id;</a:t>
            </a:r>
          </a:p>
          <a:p>
            <a:pPr marL="0" indent="0">
              <a:buNone/>
            </a:pPr>
            <a:r>
              <a:rPr lang="en-IN" dirty="0"/>
              <a:t>        this.name = name;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Serialization (Writing the Object to a File</a:t>
            </a:r>
            <a:r>
              <a:rPr lang="en-US" b="1" dirty="0" smtClean="0"/>
              <a:t>)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java.io.FileOutputStream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java.io.ObjectOutputStream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SerializeDemo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Student </a:t>
            </a:r>
            <a:r>
              <a:rPr lang="en-IN" dirty="0" err="1"/>
              <a:t>student</a:t>
            </a:r>
            <a:r>
              <a:rPr lang="en-IN" dirty="0"/>
              <a:t> = new Student(101, "Rohit");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fileOut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("</a:t>
            </a:r>
            <a:r>
              <a:rPr lang="en-IN" dirty="0" smtClean="0"/>
              <a:t>student.txt");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</a:t>
            </a:r>
            <a:r>
              <a:rPr lang="en-IN" dirty="0" err="1"/>
              <a:t>ObjectOutputStream</a:t>
            </a:r>
            <a:r>
              <a:rPr lang="en-IN" dirty="0"/>
              <a:t> out = new </a:t>
            </a:r>
            <a:r>
              <a:rPr lang="en-IN" dirty="0" err="1"/>
              <a:t>ObjectOutputStream</a:t>
            </a:r>
            <a:r>
              <a:rPr lang="en-IN" dirty="0"/>
              <a:t>(</a:t>
            </a:r>
            <a:r>
              <a:rPr lang="en-IN" dirty="0" err="1"/>
              <a:t>fileOut</a:t>
            </a:r>
            <a:r>
              <a:rPr lang="en-IN" dirty="0"/>
              <a:t>))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out.writeObject</a:t>
            </a:r>
            <a:r>
              <a:rPr lang="en-IN" dirty="0"/>
              <a:t>(student);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("Object has been serialized");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} catch (Exception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Deserialization (Reading the Object Back</a:t>
            </a:r>
            <a:r>
              <a:rPr lang="en-US" b="1" dirty="0" smtClean="0"/>
              <a:t>)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java.io.FileInputStream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java.io.ObjectInputStream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DeserializeDemo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fileIn</a:t>
            </a:r>
            <a:r>
              <a:rPr lang="en-IN" dirty="0"/>
              <a:t> = new </a:t>
            </a:r>
            <a:r>
              <a:rPr lang="en-IN" dirty="0" err="1"/>
              <a:t>FileInputStream</a:t>
            </a:r>
            <a:r>
              <a:rPr lang="en-IN" dirty="0"/>
              <a:t>("</a:t>
            </a:r>
            <a:r>
              <a:rPr lang="en-IN" dirty="0" smtClean="0"/>
              <a:t>student.txt");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</a:t>
            </a:r>
            <a:r>
              <a:rPr lang="en-IN" dirty="0" err="1"/>
              <a:t>ObjectInputStream</a:t>
            </a:r>
            <a:r>
              <a:rPr lang="en-IN" dirty="0"/>
              <a:t> in = new </a:t>
            </a:r>
            <a:r>
              <a:rPr lang="en-IN" dirty="0" err="1"/>
              <a:t>ObjectInputStream</a:t>
            </a:r>
            <a:r>
              <a:rPr lang="en-IN" dirty="0"/>
              <a:t>(</a:t>
            </a:r>
            <a:r>
              <a:rPr lang="en-IN" dirty="0" err="1"/>
              <a:t>fileIn</a:t>
            </a:r>
            <a:r>
              <a:rPr lang="en-IN" dirty="0"/>
              <a:t>))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Student </a:t>
            </a:r>
            <a:r>
              <a:rPr lang="en-IN" dirty="0" err="1"/>
              <a:t>student</a:t>
            </a:r>
            <a:r>
              <a:rPr lang="en-IN" dirty="0"/>
              <a:t> = (Student) </a:t>
            </a:r>
            <a:r>
              <a:rPr lang="en-IN" dirty="0" err="1"/>
              <a:t>in.readObject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("Object has been </a:t>
            </a:r>
            <a:r>
              <a:rPr lang="en-IN" dirty="0" err="1"/>
              <a:t>deserialized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("ID: " + student.id);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("Name: " + student.name);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} catch (Exception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Autofit/>
          </a:bodyPr>
          <a:lstStyle/>
          <a:p>
            <a:r>
              <a:rPr lang="en-IN" sz="2400" b="1" dirty="0"/>
              <a:t>t</a:t>
            </a:r>
            <a:r>
              <a:rPr lang="en-IN" sz="2400" b="1" dirty="0" smtClean="0"/>
              <a:t>ransient  - </a:t>
            </a:r>
          </a:p>
          <a:p>
            <a:r>
              <a:rPr lang="en-US" sz="2400" dirty="0"/>
              <a:t>transient keyword is used to </a:t>
            </a:r>
            <a:r>
              <a:rPr lang="en-US" sz="2400" b="1" dirty="0"/>
              <a:t>exclude a field from serialization</a:t>
            </a:r>
            <a:r>
              <a:rPr lang="en-US" sz="2400" dirty="0"/>
              <a:t>.</a:t>
            </a:r>
          </a:p>
          <a:p>
            <a:r>
              <a:rPr lang="en-US" sz="2400" dirty="0"/>
              <a:t>When an object is serialized:</a:t>
            </a:r>
          </a:p>
          <a:p>
            <a:r>
              <a:rPr lang="en-US" sz="2400" b="1" dirty="0"/>
              <a:t>All non-transient fields are saved</a:t>
            </a:r>
            <a:r>
              <a:rPr lang="en-US" sz="2400" dirty="0"/>
              <a:t>.</a:t>
            </a:r>
          </a:p>
          <a:p>
            <a:r>
              <a:rPr lang="en-US" sz="2400" b="1" dirty="0"/>
              <a:t>All transient fields are skipped</a:t>
            </a:r>
            <a:r>
              <a:rPr lang="en-US" sz="2400" dirty="0"/>
              <a:t> — they are not written to the file.</a:t>
            </a:r>
          </a:p>
          <a:p>
            <a:r>
              <a:rPr lang="en-US" sz="2400" dirty="0"/>
              <a:t>This is useful when:</a:t>
            </a:r>
          </a:p>
          <a:p>
            <a:r>
              <a:rPr lang="en-US" sz="2400" dirty="0"/>
              <a:t>A field contains </a:t>
            </a:r>
            <a:r>
              <a:rPr lang="en-US" sz="2400" b="1" dirty="0"/>
              <a:t>sensitive data</a:t>
            </a:r>
            <a:r>
              <a:rPr lang="en-US" sz="2400" dirty="0"/>
              <a:t> (like passwords).</a:t>
            </a:r>
          </a:p>
          <a:p>
            <a:r>
              <a:rPr lang="en-US" sz="2400" dirty="0"/>
              <a:t>A field is </a:t>
            </a:r>
            <a:r>
              <a:rPr lang="en-US" sz="2400" b="1" dirty="0"/>
              <a:t>not </a:t>
            </a:r>
            <a:r>
              <a:rPr lang="en-US" sz="2400" b="1" dirty="0" err="1"/>
              <a:t>serializable</a:t>
            </a:r>
            <a:r>
              <a:rPr lang="en-US" sz="2400" dirty="0"/>
              <a:t>.</a:t>
            </a:r>
          </a:p>
          <a:p>
            <a:r>
              <a:rPr lang="en-US" sz="2400" dirty="0"/>
              <a:t>A field is </a:t>
            </a:r>
            <a:r>
              <a:rPr lang="en-US" sz="2400" b="1" dirty="0"/>
              <a:t>not needed after deserialization</a:t>
            </a:r>
            <a:r>
              <a:rPr lang="en-US" sz="2400" dirty="0"/>
              <a:t>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/>
              <a:t>Example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java.io.Serializable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User implements </a:t>
            </a:r>
            <a:r>
              <a:rPr lang="en-IN" dirty="0" err="1"/>
              <a:t>Serializable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private static final long </a:t>
            </a:r>
            <a:r>
              <a:rPr lang="en-IN" dirty="0" err="1"/>
              <a:t>serialVersionUID</a:t>
            </a:r>
            <a:r>
              <a:rPr lang="en-IN" dirty="0"/>
              <a:t> = 1L;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String username;</a:t>
            </a:r>
          </a:p>
          <a:p>
            <a:pPr marL="0" indent="0">
              <a:buNone/>
            </a:pPr>
            <a:r>
              <a:rPr lang="en-IN" dirty="0"/>
              <a:t>    transient String password;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User(String username, String password)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this.username</a:t>
            </a:r>
            <a:r>
              <a:rPr lang="en-IN" dirty="0"/>
              <a:t> = username;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this.password</a:t>
            </a:r>
            <a:r>
              <a:rPr lang="en-IN" dirty="0"/>
              <a:t> = password;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Serialize the </a:t>
            </a:r>
            <a:r>
              <a:rPr lang="en-IN" dirty="0" smtClean="0"/>
              <a:t>Object –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smtClean="0"/>
              <a:t>import </a:t>
            </a:r>
            <a:r>
              <a:rPr lang="en-IN" dirty="0" err="1"/>
              <a:t>java.io.FileOutputStream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java.io.ObjectOutputStream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SerializeUser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User </a:t>
            </a:r>
            <a:r>
              <a:rPr lang="en-IN" dirty="0" err="1"/>
              <a:t>user</a:t>
            </a:r>
            <a:r>
              <a:rPr lang="en-IN" dirty="0"/>
              <a:t> = new User("rohit123", "</a:t>
            </a:r>
            <a:r>
              <a:rPr lang="en-IN" dirty="0" err="1"/>
              <a:t>mySecretPassword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fileOut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("</a:t>
            </a:r>
            <a:r>
              <a:rPr lang="en-IN" dirty="0" err="1"/>
              <a:t>user.ser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         </a:t>
            </a:r>
            <a:r>
              <a:rPr lang="en-IN" dirty="0" err="1"/>
              <a:t>ObjectOutputStream</a:t>
            </a:r>
            <a:r>
              <a:rPr lang="en-IN" dirty="0"/>
              <a:t> out = new </a:t>
            </a:r>
            <a:r>
              <a:rPr lang="en-IN" dirty="0" err="1"/>
              <a:t>ObjectOutputStream</a:t>
            </a:r>
            <a:r>
              <a:rPr lang="en-IN" dirty="0"/>
              <a:t>(</a:t>
            </a:r>
            <a:r>
              <a:rPr lang="en-IN" dirty="0" err="1"/>
              <a:t>fileOut</a:t>
            </a:r>
            <a:r>
              <a:rPr lang="en-IN" dirty="0"/>
              <a:t>))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out.writeObject</a:t>
            </a:r>
            <a:r>
              <a:rPr lang="en-IN" dirty="0"/>
              <a:t>(user);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("User object has been serialized.");</a:t>
            </a:r>
          </a:p>
          <a:p>
            <a:pPr marL="0" indent="0">
              <a:buNone/>
            </a:pPr>
            <a:r>
              <a:rPr lang="en-IN" dirty="0"/>
              <a:t>        } catch (Exception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55000" lnSpcReduction="20000"/>
          </a:bodyPr>
          <a:lstStyle/>
          <a:p>
            <a:r>
              <a:rPr lang="en-IN" dirty="0" err="1"/>
              <a:t>Deserialize</a:t>
            </a:r>
            <a:r>
              <a:rPr lang="en-IN" dirty="0"/>
              <a:t> and </a:t>
            </a:r>
            <a:r>
              <a:rPr lang="en-IN" dirty="0" smtClean="0"/>
              <a:t>Observe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java.io.FileInputStream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java.io.ObjectInputStream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DeserializeUser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try (</a:t>
            </a:r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fileIn</a:t>
            </a:r>
            <a:r>
              <a:rPr lang="en-IN" dirty="0"/>
              <a:t> = new </a:t>
            </a:r>
            <a:r>
              <a:rPr lang="en-IN" dirty="0" err="1"/>
              <a:t>FileInputStream</a:t>
            </a:r>
            <a:r>
              <a:rPr lang="en-IN" dirty="0"/>
              <a:t>("</a:t>
            </a:r>
            <a:r>
              <a:rPr lang="en-IN" dirty="0" err="1"/>
              <a:t>user.ser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         </a:t>
            </a:r>
            <a:r>
              <a:rPr lang="en-IN" dirty="0" err="1"/>
              <a:t>ObjectInputStream</a:t>
            </a:r>
            <a:r>
              <a:rPr lang="en-IN" dirty="0"/>
              <a:t> in = new </a:t>
            </a:r>
            <a:r>
              <a:rPr lang="en-IN" dirty="0" err="1"/>
              <a:t>ObjectInputStream</a:t>
            </a:r>
            <a:r>
              <a:rPr lang="en-IN" dirty="0"/>
              <a:t>(</a:t>
            </a:r>
            <a:r>
              <a:rPr lang="en-IN" dirty="0" err="1"/>
              <a:t>fileIn</a:t>
            </a:r>
            <a:r>
              <a:rPr lang="en-IN" dirty="0"/>
              <a:t>))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User </a:t>
            </a:r>
            <a:r>
              <a:rPr lang="en-IN" dirty="0" err="1"/>
              <a:t>user</a:t>
            </a:r>
            <a:r>
              <a:rPr lang="en-IN" dirty="0"/>
              <a:t> = (User) </a:t>
            </a:r>
            <a:r>
              <a:rPr lang="en-IN" dirty="0" err="1"/>
              <a:t>in.readObject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("User object has been </a:t>
            </a:r>
            <a:r>
              <a:rPr lang="en-IN" dirty="0" err="1"/>
              <a:t>deserialized</a:t>
            </a:r>
            <a:r>
              <a:rPr lang="en-IN" dirty="0"/>
              <a:t>.");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("Username: " + </a:t>
            </a:r>
            <a:r>
              <a:rPr lang="en-IN" dirty="0" err="1"/>
              <a:t>user.username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("Password: " + </a:t>
            </a:r>
            <a:r>
              <a:rPr lang="en-IN" dirty="0" err="1"/>
              <a:t>user.password</a:t>
            </a:r>
            <a:r>
              <a:rPr lang="en-IN" dirty="0"/>
              <a:t>); // will print: null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} catch (Exception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62500" lnSpcReduction="20000"/>
          </a:bodyPr>
          <a:lstStyle/>
          <a:p>
            <a:r>
              <a:rPr lang="en-IN" dirty="0" smtClean="0"/>
              <a:t>Practice questions – </a:t>
            </a:r>
          </a:p>
          <a:p>
            <a:r>
              <a:rPr lang="en-US" b="1" dirty="0" smtClean="0"/>
              <a:t>Q1</a:t>
            </a:r>
            <a:r>
              <a:rPr lang="en-US" b="1" dirty="0"/>
              <a:t>: Byte-by-Byte File </a:t>
            </a:r>
            <a:r>
              <a:rPr lang="en-US" b="1" dirty="0" smtClean="0"/>
              <a:t>Copy</a:t>
            </a:r>
          </a:p>
          <a:p>
            <a:r>
              <a:rPr lang="en-IN" b="1" dirty="0" smtClean="0"/>
              <a:t>Topic: </a:t>
            </a:r>
            <a:r>
              <a:rPr lang="en-IN" dirty="0" err="1" smtClean="0"/>
              <a:t>FileInputStream</a:t>
            </a:r>
            <a:r>
              <a:rPr lang="en-IN" dirty="0" smtClean="0"/>
              <a:t> </a:t>
            </a:r>
            <a:r>
              <a:rPr lang="en-IN" dirty="0"/>
              <a:t>and </a:t>
            </a:r>
            <a:r>
              <a:rPr lang="en-IN" dirty="0" err="1"/>
              <a:t>FileOutputStream</a:t>
            </a:r>
            <a:endParaRPr lang="en-US" b="1" dirty="0"/>
          </a:p>
          <a:p>
            <a:r>
              <a:rPr lang="en-US" dirty="0" smtClean="0"/>
              <a:t>Write </a:t>
            </a:r>
            <a:r>
              <a:rPr lang="en-US" dirty="0"/>
              <a:t>a Java program to:</a:t>
            </a:r>
          </a:p>
          <a:p>
            <a:r>
              <a:rPr lang="en-US" dirty="0"/>
              <a:t>Take a source file path and destination file path from the user.</a:t>
            </a:r>
          </a:p>
          <a:p>
            <a:r>
              <a:rPr lang="en-US" dirty="0"/>
              <a:t>Copy the content </a:t>
            </a:r>
            <a:r>
              <a:rPr lang="en-US" b="1" dirty="0"/>
              <a:t>byte-by-byte</a:t>
            </a:r>
            <a:r>
              <a:rPr lang="en-US" dirty="0"/>
              <a:t> using </a:t>
            </a:r>
            <a:r>
              <a:rPr lang="en-US" dirty="0" err="1"/>
              <a:t>FileInputStream</a:t>
            </a:r>
            <a:r>
              <a:rPr lang="en-US" dirty="0"/>
              <a:t> and </a:t>
            </a:r>
            <a:r>
              <a:rPr lang="en-US" dirty="0" err="1"/>
              <a:t>FileOutputStream</a:t>
            </a:r>
            <a:r>
              <a:rPr lang="en-US" dirty="0"/>
              <a:t>.</a:t>
            </a:r>
          </a:p>
          <a:p>
            <a:r>
              <a:rPr lang="en-US" dirty="0"/>
              <a:t>Display the time taken to copy the file.</a:t>
            </a:r>
          </a:p>
          <a:p>
            <a:r>
              <a:rPr lang="en-US" dirty="0" smtClean="0"/>
              <a:t>Now </a:t>
            </a:r>
            <a:r>
              <a:rPr lang="en-US" dirty="0"/>
              <a:t>modify the same program using </a:t>
            </a:r>
            <a:r>
              <a:rPr lang="en-US" dirty="0" err="1"/>
              <a:t>BufferedInputStream</a:t>
            </a:r>
            <a:r>
              <a:rPr lang="en-US" dirty="0"/>
              <a:t> and </a:t>
            </a:r>
            <a:r>
              <a:rPr lang="en-US" dirty="0" err="1"/>
              <a:t>BufferedOutputStream</a:t>
            </a:r>
            <a:r>
              <a:rPr lang="en-US" dirty="0"/>
              <a:t> to show performance improvement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Q2: Count Vowels Using Character </a:t>
            </a:r>
            <a:r>
              <a:rPr lang="en-US" b="1" dirty="0" smtClean="0"/>
              <a:t>Stream</a:t>
            </a:r>
          </a:p>
          <a:p>
            <a:r>
              <a:rPr lang="en-IN" b="1" dirty="0"/>
              <a:t>Topic:</a:t>
            </a:r>
            <a:r>
              <a:rPr lang="en-IN" dirty="0"/>
              <a:t> </a:t>
            </a:r>
            <a:r>
              <a:rPr lang="en-IN" dirty="0" err="1"/>
              <a:t>FileReader</a:t>
            </a:r>
            <a:r>
              <a:rPr lang="en-IN" dirty="0"/>
              <a:t> and </a:t>
            </a:r>
            <a:r>
              <a:rPr lang="en-IN" dirty="0" err="1"/>
              <a:t>BufferedReader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Write a Java program to:</a:t>
            </a:r>
          </a:p>
          <a:p>
            <a:r>
              <a:rPr lang="en-US" dirty="0"/>
              <a:t>Read a text file using </a:t>
            </a:r>
            <a:r>
              <a:rPr lang="en-US" dirty="0" err="1"/>
              <a:t>BufferedReader</a:t>
            </a:r>
            <a:r>
              <a:rPr lang="en-US" dirty="0"/>
              <a:t>.</a:t>
            </a:r>
          </a:p>
          <a:p>
            <a:r>
              <a:rPr lang="en-US" dirty="0"/>
              <a:t>Count and print how many vowels (a, e, i, o, u) are present in the file.</a:t>
            </a:r>
          </a:p>
          <a:p>
            <a:r>
              <a:rPr lang="en-US" dirty="0"/>
              <a:t>Also display how many lines the file contains.</a:t>
            </a:r>
          </a:p>
          <a:p>
            <a:r>
              <a:rPr lang="en-US" dirty="0" smtClean="0"/>
              <a:t>Use </a:t>
            </a:r>
            <a:r>
              <a:rPr lang="en-US" dirty="0" err="1"/>
              <a:t>readLine</a:t>
            </a:r>
            <a:r>
              <a:rPr lang="en-US" dirty="0"/>
              <a:t>() for line-by-line or read() for char-by-char.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696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 smtClean="0"/>
              <a:t>1 – </a:t>
            </a:r>
          </a:p>
          <a:p>
            <a:pPr marL="0" indent="0">
              <a:buNone/>
            </a:pPr>
            <a:r>
              <a:rPr lang="en-IN" dirty="0"/>
              <a:t>import java.io.*;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FileCopyBasic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    long </a:t>
            </a:r>
            <a:r>
              <a:rPr lang="en-IN" dirty="0" err="1"/>
              <a:t>startTime</a:t>
            </a:r>
            <a:r>
              <a:rPr lang="en-IN" dirty="0"/>
              <a:t> = </a:t>
            </a:r>
            <a:r>
              <a:rPr lang="en-IN" dirty="0" err="1"/>
              <a:t>System.currentTimeMillis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fis</a:t>
            </a:r>
            <a:r>
              <a:rPr lang="en-IN" dirty="0"/>
              <a:t> = new </a:t>
            </a:r>
            <a:r>
              <a:rPr lang="en-IN" dirty="0" err="1"/>
              <a:t>FileInputStream</a:t>
            </a:r>
            <a:r>
              <a:rPr lang="en-IN" dirty="0"/>
              <a:t>("source.txt");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fos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("destination_basic.txt");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b;</a:t>
            </a:r>
          </a:p>
          <a:p>
            <a:pPr marL="0" indent="0">
              <a:buNone/>
            </a:pPr>
            <a:r>
              <a:rPr lang="en-IN" dirty="0"/>
              <a:t>        while ((b = </a:t>
            </a:r>
            <a:r>
              <a:rPr lang="en-IN" dirty="0" err="1"/>
              <a:t>fis.read</a:t>
            </a:r>
            <a:r>
              <a:rPr lang="en-IN" dirty="0"/>
              <a:t>()) != -1)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fos.write</a:t>
            </a:r>
            <a:r>
              <a:rPr lang="en-IN" dirty="0"/>
              <a:t>(b);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fis.close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fos.close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long </a:t>
            </a:r>
            <a:r>
              <a:rPr lang="en-IN" dirty="0" err="1"/>
              <a:t>endTime</a:t>
            </a:r>
            <a:r>
              <a:rPr lang="en-IN" dirty="0"/>
              <a:t> = </a:t>
            </a:r>
            <a:r>
              <a:rPr lang="en-IN" dirty="0" err="1"/>
              <a:t>System.currentTimeMillis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("File copied using basic streams in " + (</a:t>
            </a:r>
            <a:r>
              <a:rPr lang="en-IN" dirty="0" err="1"/>
              <a:t>endTime</a:t>
            </a:r>
            <a:r>
              <a:rPr lang="en-IN" dirty="0"/>
              <a:t> - </a:t>
            </a:r>
            <a:r>
              <a:rPr lang="en-IN" dirty="0" err="1"/>
              <a:t>startTime</a:t>
            </a:r>
            <a:r>
              <a:rPr lang="en-IN" dirty="0"/>
              <a:t>) + " </a:t>
            </a:r>
            <a:r>
              <a:rPr lang="en-IN" dirty="0" err="1"/>
              <a:t>ms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9393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32500" lnSpcReduction="20000"/>
          </a:bodyPr>
          <a:lstStyle/>
          <a:p>
            <a:r>
              <a:rPr lang="en-IN" dirty="0" smtClean="0"/>
              <a:t>1 – Using </a:t>
            </a:r>
            <a:r>
              <a:rPr lang="en-IN" dirty="0" err="1" smtClean="0"/>
              <a:t>java.time</a:t>
            </a:r>
            <a:r>
              <a:rPr lang="en-IN" dirty="0" smtClean="0"/>
              <a:t> – </a:t>
            </a:r>
          </a:p>
          <a:p>
            <a:pPr marL="0" indent="0">
              <a:buNone/>
            </a:pPr>
            <a:r>
              <a:rPr lang="en-IN" dirty="0"/>
              <a:t>import java.io.*;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java.time.Duration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java.time.Instant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FileCopyWithTime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File </a:t>
            </a:r>
            <a:r>
              <a:rPr lang="en-IN" dirty="0" err="1"/>
              <a:t>inputFile</a:t>
            </a:r>
            <a:r>
              <a:rPr lang="en-IN" dirty="0"/>
              <a:t> = new File("source.txt");</a:t>
            </a:r>
          </a:p>
          <a:p>
            <a:pPr marL="0" indent="0">
              <a:buNone/>
            </a:pPr>
            <a:r>
              <a:rPr lang="en-IN" dirty="0"/>
              <a:t>        File </a:t>
            </a:r>
            <a:r>
              <a:rPr lang="en-IN" dirty="0" err="1"/>
              <a:t>outputFile</a:t>
            </a:r>
            <a:r>
              <a:rPr lang="en-IN" dirty="0"/>
              <a:t> = new File("destination.txt");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Instant start = </a:t>
            </a:r>
            <a:r>
              <a:rPr lang="en-IN" dirty="0" err="1"/>
              <a:t>Instant.now</a:t>
            </a:r>
            <a:r>
              <a:rPr lang="en-IN" dirty="0"/>
              <a:t>();  // Start time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try (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FileInputStream</a:t>
            </a:r>
            <a:r>
              <a:rPr lang="en-IN" dirty="0"/>
              <a:t> </a:t>
            </a:r>
            <a:r>
              <a:rPr lang="en-IN" dirty="0" err="1"/>
              <a:t>fis</a:t>
            </a:r>
            <a:r>
              <a:rPr lang="en-IN" dirty="0"/>
              <a:t> = new </a:t>
            </a:r>
            <a:r>
              <a:rPr lang="en-IN" dirty="0" err="1"/>
              <a:t>FileInputStream</a:t>
            </a:r>
            <a:r>
              <a:rPr lang="en-IN" dirty="0"/>
              <a:t>(</a:t>
            </a:r>
            <a:r>
              <a:rPr lang="en-IN" dirty="0" err="1"/>
              <a:t>inputFile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FileOutputStream</a:t>
            </a:r>
            <a:r>
              <a:rPr lang="en-IN" dirty="0"/>
              <a:t> </a:t>
            </a:r>
            <a:r>
              <a:rPr lang="en-IN" dirty="0" err="1"/>
              <a:t>fos</a:t>
            </a:r>
            <a:r>
              <a:rPr lang="en-IN" dirty="0"/>
              <a:t> = new </a:t>
            </a:r>
            <a:r>
              <a:rPr lang="en-IN" dirty="0" err="1"/>
              <a:t>FileOutputStream</a:t>
            </a:r>
            <a:r>
              <a:rPr lang="en-IN" dirty="0"/>
              <a:t>(</a:t>
            </a:r>
            <a:r>
              <a:rPr lang="en-IN" dirty="0" err="1"/>
              <a:t>outputFile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data;</a:t>
            </a:r>
          </a:p>
          <a:p>
            <a:pPr marL="0" indent="0">
              <a:buNone/>
            </a:pPr>
            <a:r>
              <a:rPr lang="en-IN" dirty="0"/>
              <a:t>            while ((data = </a:t>
            </a:r>
            <a:r>
              <a:rPr lang="en-IN" dirty="0" err="1"/>
              <a:t>fis.read</a:t>
            </a:r>
            <a:r>
              <a:rPr lang="en-IN" dirty="0"/>
              <a:t>()) != -1)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fos.write</a:t>
            </a:r>
            <a:r>
              <a:rPr lang="en-IN" dirty="0"/>
              <a:t>(data);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("File copied successfully.");</a:t>
            </a:r>
          </a:p>
          <a:p>
            <a:pPr marL="0" indent="0">
              <a:buNone/>
            </a:pPr>
            <a:r>
              <a:rPr lang="en-IN" dirty="0"/>
              <a:t>        } catch (</a:t>
            </a:r>
            <a:r>
              <a:rPr lang="en-IN" dirty="0" err="1"/>
              <a:t>IOException</a:t>
            </a:r>
            <a:r>
              <a:rPr lang="en-IN" dirty="0"/>
              <a:t> e)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e.printStackTrace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Instant end = </a:t>
            </a:r>
            <a:r>
              <a:rPr lang="en-IN" dirty="0" err="1"/>
              <a:t>Instant.now</a:t>
            </a:r>
            <a:r>
              <a:rPr lang="en-IN" dirty="0"/>
              <a:t>();  // End time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Duration </a:t>
            </a:r>
            <a:r>
              <a:rPr lang="en-IN" dirty="0" err="1"/>
              <a:t>timeTaken</a:t>
            </a:r>
            <a:r>
              <a:rPr lang="en-IN" dirty="0"/>
              <a:t> = </a:t>
            </a:r>
            <a:r>
              <a:rPr lang="en-IN" dirty="0" err="1"/>
              <a:t>Duration.between</a:t>
            </a:r>
            <a:r>
              <a:rPr lang="en-IN" dirty="0"/>
              <a:t>(start, end);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("Time taken: " + </a:t>
            </a:r>
            <a:r>
              <a:rPr lang="en-IN" dirty="0" err="1"/>
              <a:t>timeTaken.toMillis</a:t>
            </a:r>
            <a:r>
              <a:rPr lang="en-IN" dirty="0"/>
              <a:t>() + " </a:t>
            </a:r>
            <a:r>
              <a:rPr lang="en-IN" dirty="0" err="1"/>
              <a:t>ms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9393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 smtClean="0"/>
              <a:t>2 –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import java.io.*;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VowelLineCounter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throws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BufferedReader</a:t>
            </a:r>
            <a:r>
              <a:rPr lang="en-IN" dirty="0"/>
              <a:t> reader = new </a:t>
            </a:r>
            <a:r>
              <a:rPr lang="en-IN" dirty="0" err="1"/>
              <a:t>BufferedReader</a:t>
            </a:r>
            <a:r>
              <a:rPr lang="en-IN" dirty="0"/>
              <a:t>(new </a:t>
            </a:r>
            <a:r>
              <a:rPr lang="en-IN" dirty="0" err="1"/>
              <a:t>FileReader</a:t>
            </a:r>
            <a:r>
              <a:rPr lang="en-IN" dirty="0"/>
              <a:t>("vowelsample.txt"));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lineCount</a:t>
            </a:r>
            <a:r>
              <a:rPr lang="en-IN" dirty="0"/>
              <a:t> = 0, </a:t>
            </a:r>
            <a:r>
              <a:rPr lang="en-IN" dirty="0" err="1"/>
              <a:t>vowelCount</a:t>
            </a:r>
            <a:r>
              <a:rPr lang="en-IN" dirty="0"/>
              <a:t> = 0;</a:t>
            </a:r>
          </a:p>
          <a:p>
            <a:pPr marL="0" indent="0">
              <a:buNone/>
            </a:pPr>
            <a:r>
              <a:rPr lang="en-IN" dirty="0"/>
              <a:t>        String line;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while ((line = </a:t>
            </a:r>
            <a:r>
              <a:rPr lang="en-IN" dirty="0" err="1"/>
              <a:t>reader.readLine</a:t>
            </a:r>
            <a:r>
              <a:rPr lang="en-IN" dirty="0"/>
              <a:t>()) != null)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lineCount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        for (char c : </a:t>
            </a:r>
            <a:r>
              <a:rPr lang="en-IN" dirty="0" err="1"/>
              <a:t>line.toLowerCase</a:t>
            </a:r>
            <a:r>
              <a:rPr lang="en-IN" dirty="0"/>
              <a:t>().</a:t>
            </a:r>
            <a:r>
              <a:rPr lang="en-IN" dirty="0" err="1"/>
              <a:t>toCharArray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    if ("</a:t>
            </a:r>
            <a:r>
              <a:rPr lang="en-IN" dirty="0" err="1"/>
              <a:t>aeiou</a:t>
            </a:r>
            <a:r>
              <a:rPr lang="en-IN" dirty="0"/>
              <a:t>".</a:t>
            </a:r>
            <a:r>
              <a:rPr lang="en-IN" dirty="0" err="1"/>
              <a:t>indexOf</a:t>
            </a:r>
            <a:r>
              <a:rPr lang="en-IN" dirty="0"/>
              <a:t>(c) != -1) {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  <a:r>
              <a:rPr lang="en-IN" dirty="0" err="1"/>
              <a:t>vowelCount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            }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reader.close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("Total Lines: " + </a:t>
            </a:r>
            <a:r>
              <a:rPr lang="en-IN" dirty="0" err="1"/>
              <a:t>lineCount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("Total Vowels: " + </a:t>
            </a:r>
            <a:r>
              <a:rPr lang="en-IN" dirty="0" err="1"/>
              <a:t>vowelCount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2693930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939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3587</Words>
  <Application>Microsoft Office PowerPoint</Application>
  <PresentationFormat>On-screen Show (4:3)</PresentationFormat>
  <Paragraphs>616</Paragraphs>
  <Slides>39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File Handling and serialization</vt:lpstr>
      <vt:lpstr>File Handling in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Stream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 Serialization and Deserialization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 and serialization</dc:title>
  <dc:creator/>
  <cp:lastModifiedBy>Rohit Kamboj</cp:lastModifiedBy>
  <cp:revision>136</cp:revision>
  <dcterms:created xsi:type="dcterms:W3CDTF">2006-08-16T00:00:00Z</dcterms:created>
  <dcterms:modified xsi:type="dcterms:W3CDTF">2025-04-08T05:03:28Z</dcterms:modified>
</cp:coreProperties>
</file>