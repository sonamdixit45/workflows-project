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2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48" autoAdjust="0"/>
  </p:normalViewPr>
  <p:slideViewPr>
    <p:cSldViewPr>
      <p:cViewPr varScale="1">
        <p:scale>
          <a:sx n="76" d="100"/>
          <a:sy n="76" d="100"/>
        </p:scale>
        <p:origin x="-164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0966E-6973-4484-AFBD-48815A6C1254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3693F-897A-44BD-88BF-9A2B9B967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78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java.util.regex</a:t>
            </a:r>
            <a:r>
              <a:rPr lang="en-US" dirty="0" smtClean="0"/>
              <a:t>.*; imports all classes from the </a:t>
            </a:r>
            <a:r>
              <a:rPr lang="en-US" dirty="0" err="1" smtClean="0"/>
              <a:t>java.util.regex</a:t>
            </a:r>
            <a:r>
              <a:rPr lang="en-US" dirty="0" smtClean="0"/>
              <a:t> </a:t>
            </a:r>
            <a:r>
              <a:rPr lang="en-US" dirty="0" err="1" smtClean="0"/>
              <a:t>package.This</a:t>
            </a:r>
            <a:r>
              <a:rPr lang="en-US" dirty="0" smtClean="0"/>
              <a:t> allows us to use Pattern and Matcher classes without needing to specify </a:t>
            </a:r>
            <a:r>
              <a:rPr lang="en-US" dirty="0" err="1" smtClean="0"/>
              <a:t>java.util.regex.Pattern</a:t>
            </a:r>
            <a:r>
              <a:rPr lang="en-US" dirty="0" smtClean="0"/>
              <a:t> every time.</a:t>
            </a:r>
          </a:p>
          <a:p>
            <a:r>
              <a:rPr lang="en-US" dirty="0" err="1" smtClean="0"/>
              <a:t>Pattern.compile</a:t>
            </a:r>
            <a:r>
              <a:rPr lang="en-US" dirty="0" smtClean="0"/>
              <a:t>("hello") </a:t>
            </a:r>
            <a:r>
              <a:rPr lang="en-US" b="1" dirty="0" smtClean="0"/>
              <a:t>compiles the given regex pattern ("hello") into a Pattern </a:t>
            </a:r>
            <a:r>
              <a:rPr lang="en-US" b="1" dirty="0" err="1" smtClean="0"/>
              <a:t>object</a:t>
            </a:r>
            <a:r>
              <a:rPr lang="en-US" dirty="0" err="1" smtClean="0"/>
              <a:t>.The</a:t>
            </a:r>
            <a:r>
              <a:rPr lang="en-US" dirty="0" smtClean="0"/>
              <a:t> pattern "hello" matches occurrences of the exact word "hello" in a given text.</a:t>
            </a:r>
          </a:p>
          <a:p>
            <a:r>
              <a:rPr lang="en-US" dirty="0" err="1" smtClean="0"/>
              <a:t>Pattern.compile</a:t>
            </a:r>
            <a:r>
              <a:rPr lang="en-US" dirty="0" smtClean="0"/>
              <a:t>(String regex): Compiles a given regex pattern into a Pattern object.</a:t>
            </a:r>
          </a:p>
          <a:p>
            <a:r>
              <a:rPr lang="en-US" dirty="0" err="1" smtClean="0"/>
              <a:t>pattern.matcher</a:t>
            </a:r>
            <a:r>
              <a:rPr lang="en-US" dirty="0" smtClean="0"/>
              <a:t>("hello world") creates a Matcher object to check for matches of the pattern ("hello") within the string "hello </a:t>
            </a:r>
            <a:r>
              <a:rPr lang="en-US" dirty="0" err="1" smtClean="0"/>
              <a:t>world".The</a:t>
            </a:r>
            <a:r>
              <a:rPr lang="en-US" dirty="0" smtClean="0"/>
              <a:t> Matcher object holds the input string and applies the regex pattern to find matches.</a:t>
            </a:r>
          </a:p>
          <a:p>
            <a:r>
              <a:rPr lang="en-US" dirty="0" err="1" smtClean="0"/>
              <a:t>matcher.find</a:t>
            </a:r>
            <a:r>
              <a:rPr lang="en-US" dirty="0" smtClean="0"/>
              <a:t>() </a:t>
            </a:r>
            <a:r>
              <a:rPr lang="en-US" b="1" dirty="0" smtClean="0"/>
              <a:t>searches for the next occurrence</a:t>
            </a:r>
            <a:r>
              <a:rPr lang="en-US" dirty="0" smtClean="0"/>
              <a:t> of the regex pattern "hello" in "hello </a:t>
            </a:r>
            <a:r>
              <a:rPr lang="en-US" dirty="0" err="1" smtClean="0"/>
              <a:t>world".Returns</a:t>
            </a:r>
            <a:r>
              <a:rPr lang="en-US" dirty="0" smtClean="0"/>
              <a:t> true if a match is found, false </a:t>
            </a:r>
            <a:r>
              <a:rPr lang="en-US" dirty="0" err="1" smtClean="0"/>
              <a:t>otherwise.In</a:t>
            </a:r>
            <a:r>
              <a:rPr lang="en-US" dirty="0" smtClean="0"/>
              <a:t> this case, "hello" is present at the beginning, so it returns true.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3693F-897A-44BD-88BF-9A2B9B9671D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028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flag </a:t>
            </a:r>
            <a:r>
              <a:rPr lang="en-US" dirty="0" err="1" smtClean="0"/>
              <a:t>Pattern.CASE_INSENSITIVE</a:t>
            </a:r>
            <a:r>
              <a:rPr lang="en-US" dirty="0" smtClean="0"/>
              <a:t> allows matching </a:t>
            </a:r>
            <a:r>
              <a:rPr lang="en-US" b="1" dirty="0" smtClean="0"/>
              <a:t>"hello"</a:t>
            </a:r>
            <a:r>
              <a:rPr lang="en-US" dirty="0" smtClean="0"/>
              <a:t> in any case.</a:t>
            </a:r>
            <a:br>
              <a:rPr lang="en-US" dirty="0" smtClean="0"/>
            </a:br>
            <a:r>
              <a:rPr lang="en-US" dirty="0" smtClean="0"/>
              <a:t>✔ Hello, HELLO, and </a:t>
            </a:r>
            <a:r>
              <a:rPr lang="en-US" dirty="0" err="1" smtClean="0"/>
              <a:t>hElLo</a:t>
            </a:r>
            <a:r>
              <a:rPr lang="en-US" dirty="0" smtClean="0"/>
              <a:t> will all match.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3693F-897A-44BD-88BF-9A2B9B9671D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84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Why Do We Use \\d Instead of \d in Java?</a:t>
            </a:r>
          </a:p>
          <a:p>
            <a:r>
              <a:rPr lang="en-US" dirty="0" smtClean="0"/>
              <a:t>Java </a:t>
            </a:r>
            <a:r>
              <a:rPr lang="en-US" b="1" dirty="0" smtClean="0"/>
              <a:t>treats \ (backslash) as an escape character</a:t>
            </a:r>
            <a:r>
              <a:rPr lang="en-US" dirty="0" smtClean="0"/>
              <a:t> in strings (just like \n for a new line).</a:t>
            </a:r>
            <a:br>
              <a:rPr lang="en-US" dirty="0" smtClean="0"/>
            </a:br>
            <a:r>
              <a:rPr lang="en-US" dirty="0" smtClean="0"/>
              <a:t>So, when we write "\d", Java </a:t>
            </a:r>
            <a:r>
              <a:rPr lang="en-US" b="1" dirty="0" smtClean="0"/>
              <a:t>sees</a:t>
            </a:r>
            <a:r>
              <a:rPr lang="en-US" dirty="0" smtClean="0"/>
              <a:t> \d as an invalid escape sequence.</a:t>
            </a:r>
          </a:p>
          <a:p>
            <a:r>
              <a:rPr lang="en-US" dirty="0" smtClean="0"/>
              <a:t>To tell Java </a:t>
            </a:r>
            <a:r>
              <a:rPr lang="en-US" b="1" dirty="0" smtClean="0"/>
              <a:t>"I really mean a backslash!"</a:t>
            </a:r>
            <a:r>
              <a:rPr lang="en-US" dirty="0" smtClean="0"/>
              <a:t>, we </a:t>
            </a:r>
            <a:r>
              <a:rPr lang="en-US" b="1" dirty="0" smtClean="0"/>
              <a:t>escape the backslash</a:t>
            </a:r>
            <a:r>
              <a:rPr lang="en-US" dirty="0" smtClean="0"/>
              <a:t> by writing </a:t>
            </a:r>
            <a:r>
              <a:rPr lang="en-US" b="1" dirty="0" smtClean="0"/>
              <a:t>\\d</a:t>
            </a:r>
            <a:r>
              <a:rPr lang="en-US" dirty="0" smtClean="0"/>
              <a:t>.</a:t>
            </a:r>
          </a:p>
          <a:p>
            <a:endParaRPr lang="en-IN" dirty="0" smtClean="0"/>
          </a:p>
          <a:p>
            <a:r>
              <a:rPr lang="en-IN" dirty="0" smtClean="0"/>
              <a:t>Output – </a:t>
            </a:r>
          </a:p>
          <a:p>
            <a:r>
              <a:rPr lang="en-US" dirty="0" smtClean="0"/>
              <a:t>Number found: 25 </a:t>
            </a:r>
          </a:p>
          <a:p>
            <a:r>
              <a:rPr lang="en-US" dirty="0" smtClean="0"/>
              <a:t>Number found: 30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3693F-897A-44BD-88BF-9A2B9B9671D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598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\\b – indicates the world </a:t>
            </a:r>
            <a:r>
              <a:rPr lang="en-IN" dirty="0" err="1" smtClean="0"/>
              <a:t>boundry</a:t>
            </a:r>
            <a:r>
              <a:rPr lang="en-US" dirty="0" smtClean="0"/>
              <a:t>(ensures "J" is at the start of a word)</a:t>
            </a:r>
          </a:p>
          <a:p>
            <a:r>
              <a:rPr lang="en-US" dirty="0" smtClean="0"/>
              <a:t>J Matches the uppercase letter  "J“     </a:t>
            </a:r>
          </a:p>
          <a:p>
            <a:r>
              <a:rPr lang="en-US" dirty="0" smtClean="0"/>
              <a:t>\\w+ Matches one or more word characters (letters, digits, underscore _)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3693F-897A-44BD-88BF-9A2B9B9671D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0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\</a:t>
            </a:r>
            <a:r>
              <a:rPr lang="en-US" dirty="0" err="1" smtClean="0"/>
              <a:t>sMatches</a:t>
            </a:r>
            <a:r>
              <a:rPr lang="en-US" dirty="0" smtClean="0"/>
              <a:t> </a:t>
            </a:r>
            <a:r>
              <a:rPr lang="en-US" b="1" dirty="0" smtClean="0"/>
              <a:t>any whitespace character</a:t>
            </a:r>
            <a:r>
              <a:rPr lang="en-US" dirty="0" smtClean="0"/>
              <a:t>, including space, tab (\t), newline (\n), carriage return (\r), and form feed (\f).</a:t>
            </a:r>
          </a:p>
          <a:p>
            <a:r>
              <a:rPr lang="en-US" dirty="0" smtClean="0"/>
              <a:t>\</a:t>
            </a:r>
            <a:r>
              <a:rPr lang="en-US" dirty="0" err="1" smtClean="0"/>
              <a:t>SMatches</a:t>
            </a:r>
            <a:r>
              <a:rPr lang="en-US" dirty="0" smtClean="0"/>
              <a:t> </a:t>
            </a:r>
            <a:r>
              <a:rPr lang="en-US" b="1" dirty="0" smtClean="0"/>
              <a:t>any non-whitespace character</a:t>
            </a:r>
            <a:r>
              <a:rPr lang="en-US" dirty="0" smtClean="0"/>
              <a:t>, meaning it excludes spaces, tabs, newlines, etc.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3693F-897A-44BD-88BF-9A2B9B9671D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299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Modified text: My number is XXXXXXXXXX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3693F-897A-44BD-88BF-9A2B9B9671D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443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\\b at both end ensure that you are matching the entire</a:t>
            </a:r>
            <a:r>
              <a:rPr lang="en-IN" baseline="0" dirty="0" smtClean="0"/>
              <a:t> world, not the </a:t>
            </a:r>
            <a:r>
              <a:rPr lang="en-IN" baseline="0" dirty="0" err="1" smtClean="0"/>
              <a:t>substing</a:t>
            </a:r>
            <a:r>
              <a:rPr lang="en-IN" baseline="0" dirty="0" smtClean="0"/>
              <a:t> in a world.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3693F-897A-44BD-88BF-9A2B9B9671D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52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Regular Expressions in Java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Java.util.regex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84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Java Regex</a:t>
            </a:r>
            <a:r>
              <a:rPr lang="en-US" dirty="0"/>
              <a:t> or Regular Expression is an API to </a:t>
            </a:r>
            <a:r>
              <a:rPr lang="en-US" i="1" dirty="0"/>
              <a:t>define a pattern for searching or manipulating strings</a:t>
            </a:r>
            <a:r>
              <a:rPr lang="en-US" dirty="0"/>
              <a:t>.</a:t>
            </a:r>
          </a:p>
          <a:p>
            <a:r>
              <a:rPr lang="en-US" dirty="0"/>
              <a:t>It is widely used to define the constraint on strings such as password and email validation.</a:t>
            </a:r>
          </a:p>
          <a:p>
            <a:r>
              <a:rPr lang="en-US" dirty="0"/>
              <a:t>In Java, regex is implemented using the </a:t>
            </a:r>
            <a:r>
              <a:rPr lang="en-US" b="1" dirty="0" err="1"/>
              <a:t>java.util.regex</a:t>
            </a:r>
            <a:r>
              <a:rPr lang="en-US" dirty="0"/>
              <a:t> package, which mainly contains two classes:</a:t>
            </a:r>
          </a:p>
          <a:p>
            <a:r>
              <a:rPr lang="en-US" b="1" dirty="0"/>
              <a:t>Pattern</a:t>
            </a:r>
            <a:r>
              <a:rPr lang="en-US" dirty="0"/>
              <a:t> – Defines the regex pattern.</a:t>
            </a:r>
          </a:p>
          <a:p>
            <a:r>
              <a:rPr lang="en-US" b="1" dirty="0"/>
              <a:t>Matcher</a:t>
            </a:r>
            <a:r>
              <a:rPr lang="en-US" dirty="0"/>
              <a:t> – Used for performing match operations on text using </a:t>
            </a:r>
            <a:r>
              <a:rPr lang="en-US" dirty="0" smtClean="0"/>
              <a:t>patterns defined by Pattern class.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91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Classes in </a:t>
            </a:r>
            <a:r>
              <a:rPr lang="en-IN" b="1" dirty="0" err="1"/>
              <a:t>java.util.regex</a:t>
            </a:r>
            <a:r>
              <a:rPr lang="en-IN" b="1" dirty="0"/>
              <a:t> </a:t>
            </a:r>
            <a:r>
              <a:rPr lang="en-IN" b="1" dirty="0" smtClean="0"/>
              <a:t>Package – </a:t>
            </a:r>
          </a:p>
          <a:p>
            <a:endParaRPr lang="en-IN" b="1" dirty="0" smtClean="0"/>
          </a:p>
          <a:p>
            <a:r>
              <a:rPr lang="en-US" b="1" dirty="0"/>
              <a:t>(a) Pattern Class</a:t>
            </a:r>
          </a:p>
          <a:p>
            <a:r>
              <a:rPr lang="en-US" dirty="0"/>
              <a:t>Represents a compiled regular expression.</a:t>
            </a:r>
          </a:p>
          <a:p>
            <a:r>
              <a:rPr lang="en-US" dirty="0"/>
              <a:t>It provides a static compile() method to create a Pattern object.</a:t>
            </a:r>
          </a:p>
          <a:p>
            <a:r>
              <a:rPr lang="en-US" b="1" dirty="0"/>
              <a:t>(b) Matcher Class</a:t>
            </a:r>
          </a:p>
          <a:p>
            <a:r>
              <a:rPr lang="en-US" dirty="0"/>
              <a:t>Used to match an input string against a Pattern.</a:t>
            </a:r>
          </a:p>
          <a:p>
            <a:r>
              <a:rPr lang="en-US" dirty="0"/>
              <a:t>It provides methods to search, find, and replace.</a:t>
            </a:r>
          </a:p>
          <a:p>
            <a:r>
              <a:rPr lang="en-US" b="1" dirty="0"/>
              <a:t>(c) </a:t>
            </a:r>
            <a:r>
              <a:rPr lang="en-US" b="1" dirty="0" err="1"/>
              <a:t>PatternSyntaxException</a:t>
            </a:r>
            <a:r>
              <a:rPr lang="en-US" b="1" dirty="0"/>
              <a:t> Class</a:t>
            </a:r>
          </a:p>
          <a:p>
            <a:r>
              <a:rPr lang="en-US" dirty="0"/>
              <a:t>Thrown when a regular expression's syntax is invalid.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6197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Creating and Using Regular Expressions in </a:t>
            </a:r>
            <a:r>
              <a:rPr lang="en-US" b="1" dirty="0" smtClean="0"/>
              <a:t>Java – </a:t>
            </a:r>
          </a:p>
          <a:p>
            <a:endParaRPr lang="en-IN" b="1" dirty="0" smtClean="0"/>
          </a:p>
          <a:p>
            <a:endParaRPr lang="en-IN" b="1" dirty="0"/>
          </a:p>
          <a:p>
            <a:r>
              <a:rPr lang="en-IN" b="1" dirty="0" smtClean="0"/>
              <a:t>Step </a:t>
            </a:r>
            <a:r>
              <a:rPr lang="en-IN" b="1" dirty="0"/>
              <a:t>1: Import the Package</a:t>
            </a:r>
          </a:p>
          <a:p>
            <a:r>
              <a:rPr lang="en-IN" dirty="0" smtClean="0"/>
              <a:t>import </a:t>
            </a:r>
            <a:r>
              <a:rPr lang="en-IN" dirty="0" err="1"/>
              <a:t>java.util.regex</a:t>
            </a:r>
            <a:r>
              <a:rPr lang="en-IN" dirty="0" smtClean="0"/>
              <a:t>.*;</a:t>
            </a:r>
          </a:p>
          <a:p>
            <a:r>
              <a:rPr lang="en-IN" b="1" dirty="0"/>
              <a:t>Step 2: Compile a Pattern</a:t>
            </a:r>
          </a:p>
          <a:p>
            <a:r>
              <a:rPr lang="en-IN" dirty="0" smtClean="0"/>
              <a:t>Pattern </a:t>
            </a:r>
            <a:r>
              <a:rPr lang="en-IN" dirty="0" err="1"/>
              <a:t>pattern</a:t>
            </a:r>
            <a:r>
              <a:rPr lang="en-IN" dirty="0"/>
              <a:t> = </a:t>
            </a:r>
            <a:r>
              <a:rPr lang="en-IN" dirty="0" err="1"/>
              <a:t>Pattern.compile</a:t>
            </a:r>
            <a:r>
              <a:rPr lang="en-IN" dirty="0"/>
              <a:t>("hello");</a:t>
            </a:r>
          </a:p>
          <a:p>
            <a:r>
              <a:rPr lang="en-US" b="1" dirty="0"/>
              <a:t>Step 3: Match a String</a:t>
            </a:r>
          </a:p>
          <a:p>
            <a:r>
              <a:rPr lang="en-US" dirty="0" smtClean="0"/>
              <a:t>Matcher </a:t>
            </a:r>
            <a:r>
              <a:rPr lang="en-US" dirty="0" err="1"/>
              <a:t>matcher</a:t>
            </a:r>
            <a:r>
              <a:rPr lang="en-US" dirty="0"/>
              <a:t> = </a:t>
            </a:r>
            <a:r>
              <a:rPr lang="en-US" dirty="0" err="1"/>
              <a:t>pattern.matcher</a:t>
            </a:r>
            <a:r>
              <a:rPr lang="en-US" dirty="0"/>
              <a:t>("hello world"); </a:t>
            </a:r>
            <a:endParaRPr lang="en-US" dirty="0" smtClean="0"/>
          </a:p>
          <a:p>
            <a:r>
              <a:rPr lang="en-US" dirty="0" err="1" smtClean="0"/>
              <a:t>boolean</a:t>
            </a:r>
            <a:r>
              <a:rPr lang="en-US" dirty="0" smtClean="0"/>
              <a:t> </a:t>
            </a:r>
            <a:r>
              <a:rPr lang="en-US" dirty="0" err="1"/>
              <a:t>matchFound</a:t>
            </a:r>
            <a:r>
              <a:rPr lang="en-US" dirty="0"/>
              <a:t> = </a:t>
            </a:r>
            <a:r>
              <a:rPr lang="en-US" dirty="0" err="1"/>
              <a:t>matcher.find</a:t>
            </a:r>
            <a:r>
              <a:rPr lang="en-US" dirty="0"/>
              <a:t>(); </a:t>
            </a:r>
            <a:r>
              <a:rPr lang="en-US" dirty="0" err="1"/>
              <a:t>System.out.println</a:t>
            </a:r>
            <a:r>
              <a:rPr lang="en-US" dirty="0"/>
              <a:t>("Match found: " + </a:t>
            </a:r>
            <a:r>
              <a:rPr lang="en-US" dirty="0" err="1"/>
              <a:t>matchFound</a:t>
            </a:r>
            <a:r>
              <a:rPr lang="en-US" dirty="0"/>
              <a:t>);</a:t>
            </a:r>
          </a:p>
          <a:p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IN" b="1" dirty="0"/>
              <a:t>Important Regex </a:t>
            </a:r>
            <a:r>
              <a:rPr lang="en-IN" b="1" dirty="0" smtClean="0"/>
              <a:t>Syntax – 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613718"/>
              </p:ext>
            </p:extLst>
          </p:nvPr>
        </p:nvGraphicFramePr>
        <p:xfrm>
          <a:off x="685801" y="1219201"/>
          <a:ext cx="7848599" cy="4952604"/>
        </p:xfrm>
        <a:graphic>
          <a:graphicData uri="http://schemas.openxmlformats.org/drawingml/2006/table">
            <a:tbl>
              <a:tblPr/>
              <a:tblGrid>
                <a:gridCol w="1829569"/>
                <a:gridCol w="1829569"/>
                <a:gridCol w="4189461"/>
              </a:tblGrid>
              <a:tr h="228994">
                <a:tc>
                  <a:txBody>
                    <a:bodyPr/>
                    <a:lstStyle/>
                    <a:p>
                      <a:r>
                        <a:rPr lang="en-IN" sz="1000" dirty="0"/>
                        <a:t>Regex Symbol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Description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Example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994">
                <a:tc>
                  <a:txBody>
                    <a:bodyPr/>
                    <a:lstStyle/>
                    <a:p>
                      <a:r>
                        <a:rPr lang="en-IN" sz="1000"/>
                        <a:t>.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Matches any character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a.b matches "acb", "a1b"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412">
                <a:tc>
                  <a:txBody>
                    <a:bodyPr/>
                    <a:lstStyle/>
                    <a:p>
                      <a:r>
                        <a:rPr lang="en-IN" sz="1000"/>
                        <a:t>^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Matches start of string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^</a:t>
                      </a:r>
                      <a:r>
                        <a:rPr lang="en-US" sz="1000" dirty="0" err="1"/>
                        <a:t>abc</a:t>
                      </a:r>
                      <a:r>
                        <a:rPr lang="en-US" sz="1000" dirty="0"/>
                        <a:t> matches "</a:t>
                      </a:r>
                      <a:r>
                        <a:rPr lang="en-US" sz="1000" dirty="0" err="1"/>
                        <a:t>abc</a:t>
                      </a:r>
                      <a:r>
                        <a:rPr lang="en-US" sz="1000" dirty="0"/>
                        <a:t>" but not "</a:t>
                      </a:r>
                      <a:r>
                        <a:rPr lang="en-US" sz="1000" dirty="0" err="1"/>
                        <a:t>xabc</a:t>
                      </a:r>
                      <a:r>
                        <a:rPr lang="en-US" sz="1000" dirty="0"/>
                        <a:t>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994">
                <a:tc>
                  <a:txBody>
                    <a:bodyPr/>
                    <a:lstStyle/>
                    <a:p>
                      <a:r>
                        <a:rPr lang="en-IN" sz="1000"/>
                        <a:t>$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Matches end of string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abc$ matches "xyzabc"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412">
                <a:tc>
                  <a:txBody>
                    <a:bodyPr/>
                    <a:lstStyle/>
                    <a:p>
                      <a:r>
                        <a:rPr lang="en-IN" sz="1000"/>
                        <a:t>*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Matches 0 or more times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/>
                        <a:t>ab* matches "a", "ab", "abb"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412">
                <a:tc>
                  <a:txBody>
                    <a:bodyPr/>
                    <a:lstStyle/>
                    <a:p>
                      <a:r>
                        <a:rPr lang="en-IN" sz="1000"/>
                        <a:t>+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Matches 1 or more times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ab+ matches "ab", "abb" (not "a")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994">
                <a:tc>
                  <a:txBody>
                    <a:bodyPr/>
                    <a:lstStyle/>
                    <a:p>
                      <a:r>
                        <a:rPr lang="en-IN" sz="1000"/>
                        <a:t>?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Matches 0 or 1 time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ab? matches "a" or "ab"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994">
                <a:tc>
                  <a:txBody>
                    <a:bodyPr/>
                    <a:lstStyle/>
                    <a:p>
                      <a:r>
                        <a:rPr lang="en-IN" sz="1000"/>
                        <a:t>{n}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Matches exactly n times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a{3} matches "aaa"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412">
                <a:tc>
                  <a:txBody>
                    <a:bodyPr/>
                    <a:lstStyle/>
                    <a:p>
                      <a:r>
                        <a:rPr lang="en-IN" sz="1000"/>
                        <a:t>{n,}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Matches at least n times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a{2,} matches "</a:t>
                      </a:r>
                      <a:r>
                        <a:rPr lang="en-IN" sz="1000" dirty="0" err="1"/>
                        <a:t>aa</a:t>
                      </a:r>
                      <a:r>
                        <a:rPr lang="en-IN" sz="1000" dirty="0"/>
                        <a:t>", "</a:t>
                      </a:r>
                      <a:r>
                        <a:rPr lang="en-IN" sz="1000" dirty="0" err="1"/>
                        <a:t>aaa</a:t>
                      </a:r>
                      <a:r>
                        <a:rPr lang="en-IN" sz="1000" dirty="0"/>
                        <a:t>", "</a:t>
                      </a:r>
                      <a:r>
                        <a:rPr lang="en-IN" sz="1000" dirty="0" err="1"/>
                        <a:t>aaaa</a:t>
                      </a:r>
                      <a:r>
                        <a:rPr lang="en-IN" sz="1000" dirty="0"/>
                        <a:t>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1645">
                <a:tc>
                  <a:txBody>
                    <a:bodyPr/>
                    <a:lstStyle/>
                    <a:p>
                      <a:r>
                        <a:rPr lang="en-IN" sz="1000"/>
                        <a:t>{n,m}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Matches between n and m times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a{2,4} matches "aa", "aaa", "aaaa"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1645">
                <a:tc>
                  <a:txBody>
                    <a:bodyPr/>
                    <a:lstStyle/>
                    <a:p>
                      <a:r>
                        <a:rPr lang="en-IN" sz="1000"/>
                        <a:t>[]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Matches any one character inside brackets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[abc] matches "a", "b", or "c"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994">
                <a:tc>
                  <a:txBody>
                    <a:bodyPr/>
                    <a:lstStyle/>
                    <a:p>
                      <a:r>
                        <a:rPr lang="en-IN" sz="1000" dirty="0"/>
                        <a:t>\d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Matches any digit (0-9)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\d{3} matches "123"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1645">
                <a:tc>
                  <a:txBody>
                    <a:bodyPr/>
                    <a:lstStyle/>
                    <a:p>
                      <a:r>
                        <a:rPr lang="en-IN" sz="1000"/>
                        <a:t>\w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Matches any word character (a-z, A-Z, 0-9, _)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\w+ matches "hello" or "word_123"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1645">
                <a:tc>
                  <a:txBody>
                    <a:bodyPr/>
                    <a:lstStyle/>
                    <a:p>
                      <a:r>
                        <a:rPr lang="en-IN" sz="1000"/>
                        <a:t>\s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Matches a whitespace character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"a\s*b" matches "a b" or "a b"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412">
                <a:tc>
                  <a:txBody>
                    <a:bodyPr/>
                    <a:lstStyle/>
                    <a:p>
                      <a:r>
                        <a:rPr lang="en-IN" sz="1000" dirty="0"/>
                        <a:t>()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Groups patterns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(ab)+ matches "ab", "abab", "ababab"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Example 1: Check if a String Contains a </a:t>
            </a:r>
            <a:r>
              <a:rPr lang="en-US" dirty="0" smtClean="0"/>
              <a:t>Pattern –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java.util.regex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RegexExample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input = "The quick brown fox jumps over the lazy dog";</a:t>
            </a:r>
          </a:p>
          <a:p>
            <a:pPr marL="0" indent="0">
              <a:buNone/>
            </a:pPr>
            <a:r>
              <a:rPr lang="en-IN" dirty="0"/>
              <a:t>        String regex = "fox";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Pattern </a:t>
            </a:r>
            <a:r>
              <a:rPr lang="en-IN" dirty="0" err="1"/>
              <a:t>pattern</a:t>
            </a:r>
            <a:r>
              <a:rPr lang="en-IN" dirty="0"/>
              <a:t> = </a:t>
            </a:r>
            <a:r>
              <a:rPr lang="en-IN" dirty="0" err="1"/>
              <a:t>Pattern.compile</a:t>
            </a:r>
            <a:r>
              <a:rPr lang="en-IN" dirty="0"/>
              <a:t>(regex);</a:t>
            </a:r>
          </a:p>
          <a:p>
            <a:pPr marL="0" indent="0">
              <a:buNone/>
            </a:pPr>
            <a:r>
              <a:rPr lang="en-IN" dirty="0"/>
              <a:t>        Matcher </a:t>
            </a:r>
            <a:r>
              <a:rPr lang="en-IN" dirty="0" err="1"/>
              <a:t>matcher</a:t>
            </a:r>
            <a:r>
              <a:rPr lang="en-IN" dirty="0"/>
              <a:t> = </a:t>
            </a:r>
            <a:r>
              <a:rPr lang="en-IN" dirty="0" err="1"/>
              <a:t>pattern.matcher</a:t>
            </a:r>
            <a:r>
              <a:rPr lang="en-IN" dirty="0"/>
              <a:t>(input);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matcher.find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("Match found!");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("Match not found.");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Example 2: Case-Insensitive Matching</a:t>
            </a:r>
          </a:p>
          <a:p>
            <a:r>
              <a:rPr lang="en-US" dirty="0" smtClean="0"/>
              <a:t>Match </a:t>
            </a:r>
            <a:r>
              <a:rPr lang="en-US" dirty="0"/>
              <a:t>a word regardless of </a:t>
            </a:r>
            <a:r>
              <a:rPr lang="en-US" b="1" dirty="0"/>
              <a:t>uppercase or lowercase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java.util.regex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CaseInsensitiveMatch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Pattern </a:t>
            </a:r>
            <a:r>
              <a:rPr lang="en-IN" dirty="0" err="1"/>
              <a:t>pattern</a:t>
            </a:r>
            <a:r>
              <a:rPr lang="en-IN" dirty="0"/>
              <a:t> = </a:t>
            </a:r>
            <a:r>
              <a:rPr lang="en-IN" dirty="0" err="1"/>
              <a:t>Pattern.compile</a:t>
            </a:r>
            <a:r>
              <a:rPr lang="en-IN" dirty="0"/>
              <a:t>("hello", </a:t>
            </a:r>
            <a:r>
              <a:rPr lang="en-IN" dirty="0" err="1"/>
              <a:t>Pattern.CASE_INSENSITIVE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Matcher </a:t>
            </a:r>
            <a:r>
              <a:rPr lang="en-IN" dirty="0" err="1"/>
              <a:t>matcher</a:t>
            </a:r>
            <a:r>
              <a:rPr lang="en-IN" dirty="0"/>
              <a:t> = </a:t>
            </a:r>
            <a:r>
              <a:rPr lang="en-IN" dirty="0" err="1"/>
              <a:t>pattern.matcher</a:t>
            </a:r>
            <a:r>
              <a:rPr lang="en-IN" dirty="0"/>
              <a:t>("Hello world");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matchFound</a:t>
            </a:r>
            <a:r>
              <a:rPr lang="en-IN" dirty="0"/>
              <a:t> = </a:t>
            </a:r>
            <a:r>
              <a:rPr lang="en-IN" dirty="0" err="1"/>
              <a:t>matcher.find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("Match found: " + </a:t>
            </a:r>
            <a:r>
              <a:rPr lang="en-IN" dirty="0" err="1"/>
              <a:t>matchFound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Example 3: Matching Digits (Numbers)</a:t>
            </a:r>
          </a:p>
          <a:p>
            <a:r>
              <a:rPr lang="en-US" dirty="0" smtClean="0"/>
              <a:t>Find </a:t>
            </a:r>
            <a:r>
              <a:rPr lang="en-US" dirty="0"/>
              <a:t>a </a:t>
            </a:r>
            <a:r>
              <a:rPr lang="en-US" b="1" dirty="0"/>
              <a:t>sequence of numbers</a:t>
            </a:r>
            <a:r>
              <a:rPr lang="en-US" dirty="0"/>
              <a:t> in a sentence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java.util.regex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NumberMatch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Pattern </a:t>
            </a:r>
            <a:r>
              <a:rPr lang="en-IN" dirty="0" err="1"/>
              <a:t>pattern</a:t>
            </a:r>
            <a:r>
              <a:rPr lang="en-IN" dirty="0"/>
              <a:t> = </a:t>
            </a:r>
            <a:r>
              <a:rPr lang="en-IN" dirty="0" err="1"/>
              <a:t>Pattern.compile</a:t>
            </a:r>
            <a:r>
              <a:rPr lang="en-IN" dirty="0"/>
              <a:t>("\\d+");  // "\\d+" matches one or more digits</a:t>
            </a:r>
          </a:p>
          <a:p>
            <a:pPr marL="0" indent="0">
              <a:buNone/>
            </a:pPr>
            <a:r>
              <a:rPr lang="en-IN" dirty="0"/>
              <a:t>        Matcher </a:t>
            </a:r>
            <a:r>
              <a:rPr lang="en-IN" dirty="0" err="1"/>
              <a:t>matcher</a:t>
            </a:r>
            <a:r>
              <a:rPr lang="en-IN" dirty="0"/>
              <a:t> = </a:t>
            </a:r>
            <a:r>
              <a:rPr lang="en-IN" dirty="0" err="1"/>
              <a:t>pattern.matcher</a:t>
            </a:r>
            <a:r>
              <a:rPr lang="en-IN" dirty="0"/>
              <a:t>("My age is 25 and my friend is 30");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matcher.find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("Number found: " + </a:t>
            </a:r>
            <a:r>
              <a:rPr lang="en-IN" dirty="0" err="1"/>
              <a:t>matcher.group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\\d+ matches </a:t>
            </a:r>
            <a:r>
              <a:rPr lang="en-US" b="1" dirty="0"/>
              <a:t>one or more digits</a:t>
            </a:r>
            <a:r>
              <a:rPr lang="en-US" dirty="0"/>
              <a:t> (e.g., 25, 30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 err="1"/>
              <a:t>matcher.group</a:t>
            </a:r>
            <a:r>
              <a:rPr lang="en-US" dirty="0"/>
              <a:t>() returns the </a:t>
            </a:r>
            <a:r>
              <a:rPr lang="en-US" b="1" dirty="0"/>
              <a:t>matched number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Example 4: Finding All Words Starting with </a:t>
            </a:r>
            <a:r>
              <a:rPr lang="en-US" b="1" dirty="0" smtClean="0"/>
              <a:t>'J‘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java.util.regex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WordMatch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Pattern </a:t>
            </a:r>
            <a:r>
              <a:rPr lang="en-IN" dirty="0" err="1"/>
              <a:t>pattern</a:t>
            </a:r>
            <a:r>
              <a:rPr lang="en-IN" dirty="0"/>
              <a:t> = </a:t>
            </a:r>
            <a:r>
              <a:rPr lang="en-IN" dirty="0" err="1"/>
              <a:t>Pattern.compile</a:t>
            </a:r>
            <a:r>
              <a:rPr lang="en-IN" dirty="0"/>
              <a:t>("\\</a:t>
            </a:r>
            <a:r>
              <a:rPr lang="en-IN" dirty="0" err="1"/>
              <a:t>bJ</a:t>
            </a:r>
            <a:r>
              <a:rPr lang="en-IN" dirty="0"/>
              <a:t>\\w+");  // Words starting with 'J'</a:t>
            </a:r>
          </a:p>
          <a:p>
            <a:pPr marL="0" indent="0">
              <a:buNone/>
            </a:pPr>
            <a:r>
              <a:rPr lang="en-IN" dirty="0"/>
              <a:t>        Matcher </a:t>
            </a:r>
            <a:r>
              <a:rPr lang="en-IN" dirty="0" err="1"/>
              <a:t>matcher</a:t>
            </a:r>
            <a:r>
              <a:rPr lang="en-IN" dirty="0"/>
              <a:t> = </a:t>
            </a:r>
            <a:r>
              <a:rPr lang="en-IN" dirty="0" err="1"/>
              <a:t>pattern.matcher</a:t>
            </a:r>
            <a:r>
              <a:rPr lang="en-IN" dirty="0"/>
              <a:t>("Java is fun, and so is JavaScript!");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matcher.find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("Word found: " + </a:t>
            </a:r>
            <a:r>
              <a:rPr lang="en-IN" dirty="0" err="1"/>
              <a:t>matcher.group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Example 5: Email </a:t>
            </a:r>
            <a:r>
              <a:rPr lang="en-IN" b="1" dirty="0" smtClean="0"/>
              <a:t>Validation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java.util.regex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EmailValidation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emailRegex</a:t>
            </a:r>
            <a:r>
              <a:rPr lang="en-IN" dirty="0"/>
              <a:t> = "^[A-Za-z0-9+_.-]+@[A-Za-z0-9.-]+$";</a:t>
            </a:r>
          </a:p>
          <a:p>
            <a:pPr marL="0" indent="0">
              <a:buNone/>
            </a:pPr>
            <a:r>
              <a:rPr lang="en-IN" dirty="0"/>
              <a:t>        Pattern </a:t>
            </a:r>
            <a:r>
              <a:rPr lang="en-IN" dirty="0" err="1"/>
              <a:t>pattern</a:t>
            </a:r>
            <a:r>
              <a:rPr lang="en-IN" dirty="0"/>
              <a:t> = </a:t>
            </a:r>
            <a:r>
              <a:rPr lang="en-IN" dirty="0" err="1"/>
              <a:t>Pattern.compile</a:t>
            </a:r>
            <a:r>
              <a:rPr lang="en-IN" dirty="0"/>
              <a:t>(</a:t>
            </a:r>
            <a:r>
              <a:rPr lang="en-IN" dirty="0" err="1"/>
              <a:t>emailRegex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String email = "test.email@example.com";</a:t>
            </a:r>
          </a:p>
          <a:p>
            <a:pPr marL="0" indent="0">
              <a:buNone/>
            </a:pPr>
            <a:r>
              <a:rPr lang="en-IN" dirty="0"/>
              <a:t>        Matcher </a:t>
            </a:r>
            <a:r>
              <a:rPr lang="en-IN" dirty="0" err="1"/>
              <a:t>matcher</a:t>
            </a:r>
            <a:r>
              <a:rPr lang="en-IN" dirty="0"/>
              <a:t> = </a:t>
            </a:r>
            <a:r>
              <a:rPr lang="en-IN" dirty="0" err="1"/>
              <a:t>pattern.matcher</a:t>
            </a:r>
            <a:r>
              <a:rPr lang="en-IN" dirty="0"/>
              <a:t>(email);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("Valid email: " + </a:t>
            </a:r>
            <a:r>
              <a:rPr lang="en-IN" dirty="0" err="1"/>
              <a:t>matcher.matches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IN" dirty="0"/>
              <a:t>Explanation of the Regex</a:t>
            </a:r>
            <a:r>
              <a:rPr lang="en-IN" dirty="0" smtClean="0"/>
              <a:t>: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6950075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Example 6: Extracting All URLs from </a:t>
            </a:r>
            <a:r>
              <a:rPr lang="en-US" b="1" dirty="0" smtClean="0"/>
              <a:t>Text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java.util.regex</a:t>
            </a:r>
            <a:r>
              <a:rPr lang="en-US" dirty="0"/>
              <a:t>.*;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URLFinder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String text = "Visit https://google.com and http://example.com for details.";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Pattern </a:t>
            </a:r>
            <a:r>
              <a:rPr lang="en-US" dirty="0" err="1"/>
              <a:t>pattern</a:t>
            </a:r>
            <a:r>
              <a:rPr lang="en-US" dirty="0"/>
              <a:t> = </a:t>
            </a:r>
            <a:r>
              <a:rPr lang="en-US" dirty="0" err="1"/>
              <a:t>Pattern.compile</a:t>
            </a:r>
            <a:r>
              <a:rPr lang="en-US" dirty="0"/>
              <a:t>("https?://\\S+");</a:t>
            </a:r>
          </a:p>
          <a:p>
            <a:pPr marL="0" indent="0">
              <a:buNone/>
            </a:pPr>
            <a:r>
              <a:rPr lang="en-US" dirty="0"/>
              <a:t>        Matcher </a:t>
            </a:r>
            <a:r>
              <a:rPr lang="en-US" dirty="0" err="1"/>
              <a:t>matcher</a:t>
            </a:r>
            <a:r>
              <a:rPr lang="en-US" dirty="0"/>
              <a:t> = </a:t>
            </a:r>
            <a:r>
              <a:rPr lang="en-US" dirty="0" err="1"/>
              <a:t>pattern.matcher</a:t>
            </a:r>
            <a:r>
              <a:rPr lang="en-US" dirty="0"/>
              <a:t>(text);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while (</a:t>
            </a:r>
            <a:r>
              <a:rPr lang="en-US" dirty="0" err="1"/>
              <a:t>matcher.find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("URL found: " + </a:t>
            </a:r>
            <a:r>
              <a:rPr lang="en-US" dirty="0" err="1"/>
              <a:t>matcher.group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/>
              <a:t>Explanation:</a:t>
            </a:r>
          </a:p>
          <a:p>
            <a:r>
              <a:rPr lang="en-US" dirty="0"/>
              <a:t>✔ https?://\\S+ matches </a:t>
            </a:r>
            <a:r>
              <a:rPr lang="en-US" b="1" dirty="0"/>
              <a:t>URLs starting with</a:t>
            </a:r>
            <a:r>
              <a:rPr lang="en-US" dirty="0"/>
              <a:t> http:// or https://.</a:t>
            </a:r>
            <a:br>
              <a:rPr lang="en-US" dirty="0"/>
            </a:br>
            <a:r>
              <a:rPr lang="en-US" dirty="0"/>
              <a:t>✔ \\S+ means </a:t>
            </a:r>
            <a:r>
              <a:rPr lang="en-US" b="1" dirty="0"/>
              <a:t>non-space characters</a:t>
            </a:r>
            <a:r>
              <a:rPr lang="en-US" dirty="0"/>
              <a:t>, so the full URL is matched.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Example 7: Replacing Text Using Regular </a:t>
            </a:r>
            <a:r>
              <a:rPr lang="en-US" b="1" dirty="0" smtClean="0"/>
              <a:t>Expressions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java.util.regex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ReplaceText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text = "My number is </a:t>
            </a:r>
            <a:r>
              <a:rPr lang="en-IN" dirty="0" smtClean="0"/>
              <a:t>1234567890";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Pattern </a:t>
            </a:r>
            <a:r>
              <a:rPr lang="en-IN" dirty="0" err="1"/>
              <a:t>pattern</a:t>
            </a:r>
            <a:r>
              <a:rPr lang="en-IN" dirty="0"/>
              <a:t> = </a:t>
            </a:r>
            <a:r>
              <a:rPr lang="en-IN" dirty="0" err="1"/>
              <a:t>Pattern.compile</a:t>
            </a:r>
            <a:r>
              <a:rPr lang="en-IN" dirty="0"/>
              <a:t>("\\d");  // Match digits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Matcher </a:t>
            </a:r>
            <a:r>
              <a:rPr lang="en-IN" dirty="0" err="1"/>
              <a:t>matcher</a:t>
            </a:r>
            <a:r>
              <a:rPr lang="en-IN" dirty="0"/>
              <a:t> = </a:t>
            </a:r>
            <a:r>
              <a:rPr lang="en-IN" dirty="0" err="1"/>
              <a:t>pattern.matcher</a:t>
            </a:r>
            <a:r>
              <a:rPr lang="en-IN" dirty="0"/>
              <a:t>(text);</a:t>
            </a:r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newText</a:t>
            </a:r>
            <a:r>
              <a:rPr lang="en-IN" dirty="0"/>
              <a:t> = </a:t>
            </a:r>
            <a:r>
              <a:rPr lang="en-IN" dirty="0" err="1"/>
              <a:t>matcher.replaceAll</a:t>
            </a:r>
            <a:r>
              <a:rPr lang="en-IN" dirty="0"/>
              <a:t>("X");  // Replace all digits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("Modified text: " + </a:t>
            </a:r>
            <a:r>
              <a:rPr lang="en-IN" dirty="0" err="1"/>
              <a:t>newText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r>
              <a:rPr lang="en-US" b="1" dirty="0"/>
              <a:t>Explanation:</a:t>
            </a:r>
          </a:p>
          <a:p>
            <a:r>
              <a:rPr lang="en-US" dirty="0"/>
              <a:t>✔ \\d matches each </a:t>
            </a:r>
            <a:r>
              <a:rPr lang="en-US" b="1" dirty="0"/>
              <a:t>digit</a:t>
            </a:r>
            <a:r>
              <a:rPr lang="en-US" dirty="0"/>
              <a:t> individually.</a:t>
            </a:r>
            <a:br>
              <a:rPr lang="en-US" dirty="0"/>
            </a:br>
            <a:r>
              <a:rPr lang="en-US" dirty="0"/>
              <a:t>✔ </a:t>
            </a:r>
            <a:r>
              <a:rPr lang="en-US" dirty="0" err="1"/>
              <a:t>replaceAll</a:t>
            </a:r>
            <a:r>
              <a:rPr lang="en-US" dirty="0"/>
              <a:t>("X") replaces </a:t>
            </a:r>
            <a:r>
              <a:rPr lang="en-US" b="1" dirty="0"/>
              <a:t>all digits</a:t>
            </a:r>
            <a:r>
              <a:rPr lang="en-US" dirty="0"/>
              <a:t> with "X".</a:t>
            </a:r>
          </a:p>
          <a:p>
            <a:endParaRPr lang="en-IN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Example 8: Password Strength Validation</a:t>
            </a:r>
          </a:p>
          <a:p>
            <a:r>
              <a:rPr lang="en-US" dirty="0" smtClean="0"/>
              <a:t>Check </a:t>
            </a:r>
            <a:r>
              <a:rPr lang="en-US" dirty="0"/>
              <a:t>if a password is </a:t>
            </a:r>
            <a:r>
              <a:rPr lang="en-US" b="1" dirty="0"/>
              <a:t>strong</a:t>
            </a:r>
            <a:r>
              <a:rPr lang="en-US" dirty="0"/>
              <a:t> (at least 8 characters, includes numbers, uppercase, and special characters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java.util.regex</a:t>
            </a:r>
            <a:r>
              <a:rPr lang="en-US" dirty="0"/>
              <a:t>.*;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PasswordValidation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String password = "Pass@123";</a:t>
            </a:r>
          </a:p>
          <a:p>
            <a:pPr marL="0" indent="0">
              <a:buNone/>
            </a:pPr>
            <a:r>
              <a:rPr lang="en-US" dirty="0"/>
              <a:t>        String regex = "^(?=.*[A-Z])(?=.*[a-z])(?=.*\\d)(?=.*[@$!%*?&amp;])[A-</a:t>
            </a:r>
            <a:r>
              <a:rPr lang="en-US" dirty="0" err="1"/>
              <a:t>Za</a:t>
            </a:r>
            <a:r>
              <a:rPr lang="en-US" dirty="0"/>
              <a:t>-z\\d@$!%*?&amp;]{8,}$";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Pattern </a:t>
            </a:r>
            <a:r>
              <a:rPr lang="en-US" dirty="0" err="1"/>
              <a:t>pattern</a:t>
            </a:r>
            <a:r>
              <a:rPr lang="en-US" dirty="0"/>
              <a:t> = </a:t>
            </a:r>
            <a:r>
              <a:rPr lang="en-US" dirty="0" err="1"/>
              <a:t>Pattern.compile</a:t>
            </a:r>
            <a:r>
              <a:rPr lang="en-US" dirty="0"/>
              <a:t>(regex);</a:t>
            </a:r>
          </a:p>
          <a:p>
            <a:pPr marL="0" indent="0">
              <a:buNone/>
            </a:pPr>
            <a:r>
              <a:rPr lang="en-US" dirty="0"/>
              <a:t>        Matcher </a:t>
            </a:r>
            <a:r>
              <a:rPr lang="en-US" dirty="0" err="1"/>
              <a:t>matcher</a:t>
            </a:r>
            <a:r>
              <a:rPr lang="en-US" dirty="0"/>
              <a:t> = </a:t>
            </a:r>
            <a:r>
              <a:rPr lang="en-US" dirty="0" err="1"/>
              <a:t>pattern.matcher</a:t>
            </a:r>
            <a:r>
              <a:rPr lang="en-US" dirty="0"/>
              <a:t>(password);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("Strong password: " + </a:t>
            </a:r>
            <a:r>
              <a:rPr lang="en-US" dirty="0" err="1"/>
              <a:t>matcher.matches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Explanation</a:t>
            </a:r>
            <a:r>
              <a:rPr lang="en-US" b="1" dirty="0" smtClean="0"/>
              <a:t>: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dirty="0" smtClean="0"/>
          </a:p>
          <a:p>
            <a:r>
              <a:rPr lang="en-US" dirty="0" smtClean="0"/>
              <a:t>(?= </a:t>
            </a:r>
            <a:r>
              <a:rPr lang="en-US" dirty="0"/>
              <a:t>... ) → This is a </a:t>
            </a:r>
            <a:r>
              <a:rPr lang="en-US" b="1" dirty="0"/>
              <a:t>positive </a:t>
            </a:r>
            <a:r>
              <a:rPr lang="en-US" b="1" dirty="0" err="1"/>
              <a:t>lookahead</a:t>
            </a:r>
            <a:r>
              <a:rPr lang="en-US" dirty="0"/>
              <a:t>, which means </a:t>
            </a:r>
            <a:r>
              <a:rPr lang="en-US" b="1" dirty="0"/>
              <a:t>"Ensure that </a:t>
            </a:r>
            <a:r>
              <a:rPr lang="en-US" b="1" dirty="0" smtClean="0"/>
              <a:t>the </a:t>
            </a:r>
            <a:r>
              <a:rPr lang="en-US" b="1" dirty="0"/>
              <a:t>following pattern exists somewhere ahead in the string, but don’t consume characters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"</a:t>
            </a:r>
            <a:r>
              <a:rPr lang="en-US" dirty="0" smtClean="0"/>
              <a:t>.*</a:t>
            </a:r>
            <a:r>
              <a:rPr lang="en-US" dirty="0"/>
              <a:t>X → The .* allows </a:t>
            </a:r>
            <a:r>
              <a:rPr lang="en-US" b="1" dirty="0"/>
              <a:t>any number of characters (including none)</a:t>
            </a:r>
            <a:r>
              <a:rPr lang="en-US" dirty="0"/>
              <a:t> before X, ensuring that X appears </a:t>
            </a:r>
            <a:r>
              <a:rPr lang="en-US" b="1" dirty="0"/>
              <a:t>anywhere</a:t>
            </a:r>
            <a:r>
              <a:rPr lang="en-US" dirty="0"/>
              <a:t> in the string.</a:t>
            </a:r>
            <a:endParaRPr lang="en-US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66800"/>
            <a:ext cx="6958013" cy="275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Practice questions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Write a Java program to check if a given email address is valid.</a:t>
            </a:r>
            <a:br>
              <a:rPr lang="en-US" dirty="0"/>
            </a:br>
            <a:r>
              <a:rPr lang="en-US" dirty="0"/>
              <a:t>✔ A valid email should have the format: username@domain.com</a:t>
            </a:r>
            <a:br>
              <a:rPr lang="en-US" dirty="0"/>
            </a:br>
            <a:r>
              <a:rPr lang="en-US" dirty="0"/>
              <a:t>✔ Example Valid Emails:</a:t>
            </a:r>
          </a:p>
          <a:p>
            <a:r>
              <a:rPr lang="en-US" dirty="0"/>
              <a:t>test@example.com</a:t>
            </a:r>
          </a:p>
          <a:p>
            <a:r>
              <a:rPr lang="en-US" dirty="0"/>
              <a:t>my.email123@domain.co.in</a:t>
            </a:r>
            <a:br>
              <a:rPr lang="en-US" dirty="0"/>
            </a:br>
            <a:r>
              <a:rPr lang="en-US" dirty="0"/>
              <a:t>✔ Example Invalid Emails:</a:t>
            </a:r>
          </a:p>
          <a:p>
            <a:r>
              <a:rPr lang="en-US" dirty="0"/>
              <a:t>@example.com</a:t>
            </a:r>
          </a:p>
          <a:p>
            <a:r>
              <a:rPr lang="en-US" dirty="0" err="1"/>
              <a:t>test@domain</a:t>
            </a:r>
            <a:endParaRPr lang="en-US" dirty="0"/>
          </a:p>
          <a:p>
            <a:r>
              <a:rPr lang="en-US" dirty="0" err="1"/>
              <a:t>user@.com</a:t>
            </a:r>
            <a:endParaRPr lang="en-US" dirty="0"/>
          </a:p>
          <a:p>
            <a:r>
              <a:rPr lang="en-US" b="1" dirty="0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Pattern.compile</a:t>
            </a:r>
            <a:r>
              <a:rPr lang="en-US" dirty="0"/>
              <a:t>("\\b[A-Za-z0-9._%+-]+@[A-Za-z0-9.-]+\\.[A-</a:t>
            </a:r>
            <a:r>
              <a:rPr lang="en-US" dirty="0" err="1"/>
              <a:t>Za</a:t>
            </a:r>
            <a:r>
              <a:rPr lang="en-US" dirty="0"/>
              <a:t>-z]{2,}\\b")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772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b="1" dirty="0"/>
              <a:t>Extract All Numbers from a String</a:t>
            </a:r>
          </a:p>
          <a:p>
            <a:r>
              <a:rPr lang="en-US" dirty="0"/>
              <a:t>Write a Java program to extract and print all numbers (digits) from a given string.</a:t>
            </a:r>
          </a:p>
          <a:p>
            <a:r>
              <a:rPr lang="en-US" dirty="0"/>
              <a:t>✔ Example Input: "My phone number is 9876543210 and my PIN is 110092"</a:t>
            </a:r>
            <a:br>
              <a:rPr lang="en-US" dirty="0"/>
            </a:br>
            <a:r>
              <a:rPr lang="en-US" dirty="0"/>
              <a:t>✔ Expected Output: 9876543210, 110092</a:t>
            </a:r>
          </a:p>
          <a:p>
            <a:r>
              <a:rPr lang="en-US" b="1" dirty="0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Pattern.compile</a:t>
            </a:r>
            <a:r>
              <a:rPr lang="en-US" dirty="0"/>
              <a:t>("\\d+")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Validate Mobile Number (10 Digits)</a:t>
            </a:r>
          </a:p>
          <a:p>
            <a:r>
              <a:rPr lang="en-US" dirty="0"/>
              <a:t>Write a program to check if a given mobile number is valid.</a:t>
            </a:r>
            <a:br>
              <a:rPr lang="en-US" dirty="0"/>
            </a:br>
            <a:r>
              <a:rPr lang="en-US" dirty="0"/>
              <a:t>✔ It should be exactly </a:t>
            </a:r>
            <a:r>
              <a:rPr lang="en-US" b="1" dirty="0"/>
              <a:t>10 digits</a:t>
            </a:r>
            <a:r>
              <a:rPr lang="en-US" dirty="0"/>
              <a:t> long.</a:t>
            </a:r>
            <a:br>
              <a:rPr lang="en-US" dirty="0"/>
            </a:br>
            <a:r>
              <a:rPr lang="en-US" dirty="0"/>
              <a:t>✔ Example Valid Numbers:</a:t>
            </a:r>
          </a:p>
          <a:p>
            <a:r>
              <a:rPr lang="en-US" dirty="0"/>
              <a:t>9876543210</a:t>
            </a:r>
          </a:p>
          <a:p>
            <a:r>
              <a:rPr lang="en-US" dirty="0"/>
              <a:t>9998887776</a:t>
            </a:r>
            <a:br>
              <a:rPr lang="en-US" dirty="0"/>
            </a:br>
            <a:r>
              <a:rPr lang="en-US" dirty="0"/>
              <a:t>✔ Example Invalid Numbers:</a:t>
            </a:r>
          </a:p>
          <a:p>
            <a:r>
              <a:rPr lang="en-US" dirty="0"/>
              <a:t>98765 (Too short)</a:t>
            </a:r>
          </a:p>
          <a:p>
            <a:r>
              <a:rPr lang="en-US" dirty="0"/>
              <a:t>98765432109 (Too long)</a:t>
            </a:r>
          </a:p>
          <a:p>
            <a:r>
              <a:rPr lang="en-US" dirty="0"/>
              <a:t>abcd123456 (Contains non-numeric characters)</a:t>
            </a:r>
          </a:p>
          <a:p>
            <a:r>
              <a:rPr lang="en-US" b="1" dirty="0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Pattern.compile</a:t>
            </a:r>
            <a:r>
              <a:rPr lang="en-US" dirty="0"/>
              <a:t>("\\b\\d{10}\\b")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IN" b="1" dirty="0"/>
              <a:t>Check If a String Contains Only Alphabets</a:t>
            </a:r>
          </a:p>
          <a:p>
            <a:r>
              <a:rPr lang="en-IN" dirty="0"/>
              <a:t>Write a Java program to check if a given string contains only alphabets (A-Z, a-z).</a:t>
            </a:r>
          </a:p>
          <a:p>
            <a:r>
              <a:rPr lang="en-IN" dirty="0"/>
              <a:t>✔ Example Inputs and Outputs:</a:t>
            </a:r>
          </a:p>
          <a:p>
            <a:r>
              <a:rPr lang="en-IN" dirty="0"/>
              <a:t>"</a:t>
            </a:r>
            <a:r>
              <a:rPr lang="en-IN" dirty="0" err="1"/>
              <a:t>HelloWorld</a:t>
            </a:r>
            <a:r>
              <a:rPr lang="en-IN" dirty="0"/>
              <a:t>" → ✅ Valid</a:t>
            </a:r>
          </a:p>
          <a:p>
            <a:r>
              <a:rPr lang="en-IN" dirty="0"/>
              <a:t>"Hello123" → ❌ Invalid</a:t>
            </a:r>
          </a:p>
          <a:p>
            <a:r>
              <a:rPr lang="en-IN" dirty="0"/>
              <a:t>"</a:t>
            </a:r>
            <a:r>
              <a:rPr lang="en-IN" dirty="0" err="1"/>
              <a:t>Java_Regex</a:t>
            </a:r>
            <a:r>
              <a:rPr lang="en-IN" dirty="0"/>
              <a:t>" → ❌ Invalid</a:t>
            </a:r>
          </a:p>
          <a:p>
            <a:r>
              <a:rPr lang="en-IN" b="1" dirty="0" smtClean="0"/>
              <a:t>Hint</a:t>
            </a:r>
            <a:r>
              <a:rPr lang="en-IN" b="1" dirty="0"/>
              <a:t>:</a:t>
            </a:r>
            <a:r>
              <a:rPr lang="en-IN" dirty="0"/>
              <a:t> Use </a:t>
            </a:r>
            <a:r>
              <a:rPr lang="en-IN" dirty="0" err="1"/>
              <a:t>Pattern.compile</a:t>
            </a:r>
            <a:r>
              <a:rPr lang="en-IN" dirty="0"/>
              <a:t>("^[A-</a:t>
            </a:r>
            <a:r>
              <a:rPr lang="en-IN" dirty="0" err="1"/>
              <a:t>Za</a:t>
            </a:r>
            <a:r>
              <a:rPr lang="en-IN" dirty="0"/>
              <a:t>-z]+$")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IN" b="1" dirty="0"/>
              <a:t>Find Words That Start with a Capital Letter</a:t>
            </a:r>
          </a:p>
          <a:p>
            <a:r>
              <a:rPr lang="en-IN" dirty="0"/>
              <a:t>Write a Java program to extract words that </a:t>
            </a:r>
            <a:r>
              <a:rPr lang="en-IN" b="1" dirty="0"/>
              <a:t>start with an uppercase letter</a:t>
            </a:r>
            <a:r>
              <a:rPr lang="en-IN" dirty="0"/>
              <a:t> from a sentence.</a:t>
            </a:r>
          </a:p>
          <a:p>
            <a:r>
              <a:rPr lang="en-IN" dirty="0"/>
              <a:t>✔ Example Input: "Rohit and </a:t>
            </a:r>
            <a:r>
              <a:rPr lang="en-IN" dirty="0" err="1"/>
              <a:t>Akash</a:t>
            </a:r>
            <a:r>
              <a:rPr lang="en-IN" dirty="0"/>
              <a:t> are learning Java in </a:t>
            </a:r>
            <a:r>
              <a:rPr lang="en-IN" dirty="0" err="1"/>
              <a:t>Chitkara</a:t>
            </a:r>
            <a:r>
              <a:rPr lang="en-IN" dirty="0"/>
              <a:t> University."</a:t>
            </a:r>
            <a:br>
              <a:rPr lang="en-IN" dirty="0"/>
            </a:br>
            <a:r>
              <a:rPr lang="en-IN" dirty="0"/>
              <a:t>✔ Expected Output: "Rohit", "</a:t>
            </a:r>
            <a:r>
              <a:rPr lang="en-IN" dirty="0" err="1"/>
              <a:t>Akash</a:t>
            </a:r>
            <a:r>
              <a:rPr lang="en-IN" dirty="0"/>
              <a:t>", "Java", "</a:t>
            </a:r>
            <a:r>
              <a:rPr lang="en-IN" dirty="0" err="1"/>
              <a:t>Chitkara</a:t>
            </a:r>
            <a:r>
              <a:rPr lang="en-IN" dirty="0"/>
              <a:t>", "University"</a:t>
            </a:r>
          </a:p>
          <a:p>
            <a:r>
              <a:rPr lang="en-IN" b="1" dirty="0" smtClean="0"/>
              <a:t>Hint</a:t>
            </a:r>
            <a:r>
              <a:rPr lang="en-IN" b="1" dirty="0"/>
              <a:t>:</a:t>
            </a:r>
            <a:r>
              <a:rPr lang="en-IN" dirty="0"/>
              <a:t> Use </a:t>
            </a:r>
            <a:r>
              <a:rPr lang="en-IN" dirty="0" err="1"/>
              <a:t>Pattern.compile</a:t>
            </a:r>
            <a:r>
              <a:rPr lang="en-IN" dirty="0"/>
              <a:t>("\\b[A-Z][a-z]*\\b")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b="1" dirty="0"/>
              <a:t>Find and Replace Multiple Spaces with a Single Space</a:t>
            </a:r>
          </a:p>
          <a:p>
            <a:r>
              <a:rPr lang="en-US" dirty="0"/>
              <a:t>Write a Java program that replaces multiple spaces in a string with a </a:t>
            </a:r>
            <a:r>
              <a:rPr lang="en-US" b="1" dirty="0"/>
              <a:t>single space</a:t>
            </a:r>
            <a:r>
              <a:rPr lang="en-US" dirty="0"/>
              <a:t>.</a:t>
            </a:r>
          </a:p>
          <a:p>
            <a:r>
              <a:rPr lang="en-US" dirty="0"/>
              <a:t>✔ Example Input: "Java is fun to learn!"</a:t>
            </a:r>
            <a:br>
              <a:rPr lang="en-US" dirty="0"/>
            </a:br>
            <a:r>
              <a:rPr lang="en-US" dirty="0"/>
              <a:t>✔ Expected Output: "Java is fun to learn!"</a:t>
            </a:r>
          </a:p>
          <a:p>
            <a:r>
              <a:rPr lang="en-US" b="1" dirty="0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Pattern.compile</a:t>
            </a:r>
            <a:r>
              <a:rPr lang="en-US" dirty="0"/>
              <a:t>("\\s+") and </a:t>
            </a:r>
            <a:r>
              <a:rPr lang="en-US" dirty="0" err="1"/>
              <a:t>matcher.replaceAll</a:t>
            </a:r>
            <a:r>
              <a:rPr lang="en-US" dirty="0"/>
              <a:t>(" 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Validate a Password (Strong Password Rules)</a:t>
            </a:r>
          </a:p>
          <a:p>
            <a:r>
              <a:rPr lang="en-US" dirty="0"/>
              <a:t>Write a program to check if a password is strong.</a:t>
            </a:r>
            <a:br>
              <a:rPr lang="en-US" dirty="0"/>
            </a:br>
            <a:r>
              <a:rPr lang="en-US" dirty="0"/>
              <a:t>✔ Rules for a strong password:</a:t>
            </a:r>
          </a:p>
          <a:p>
            <a:r>
              <a:rPr lang="en-US" dirty="0"/>
              <a:t>At least </a:t>
            </a:r>
            <a:r>
              <a:rPr lang="en-US" b="1" dirty="0"/>
              <a:t>8 characters</a:t>
            </a:r>
            <a:r>
              <a:rPr lang="en-US" dirty="0"/>
              <a:t> long</a:t>
            </a:r>
          </a:p>
          <a:p>
            <a:r>
              <a:rPr lang="en-US" dirty="0"/>
              <a:t>Contains </a:t>
            </a:r>
            <a:r>
              <a:rPr lang="en-US" b="1" dirty="0"/>
              <a:t>at least one uppercase letter (A-Z)</a:t>
            </a:r>
            <a:endParaRPr lang="en-US" dirty="0"/>
          </a:p>
          <a:p>
            <a:r>
              <a:rPr lang="en-US" dirty="0"/>
              <a:t>Contains </a:t>
            </a:r>
            <a:r>
              <a:rPr lang="en-US" b="1" dirty="0"/>
              <a:t>at least one lowercase letter (a-z)</a:t>
            </a:r>
            <a:endParaRPr lang="en-US" dirty="0"/>
          </a:p>
          <a:p>
            <a:r>
              <a:rPr lang="en-US" dirty="0"/>
              <a:t>Contains </a:t>
            </a:r>
            <a:r>
              <a:rPr lang="en-US" b="1" dirty="0"/>
              <a:t>at least one digit (0-9)</a:t>
            </a:r>
            <a:endParaRPr lang="en-US" dirty="0"/>
          </a:p>
          <a:p>
            <a:r>
              <a:rPr lang="en-US" dirty="0"/>
              <a:t>Contains </a:t>
            </a:r>
            <a:r>
              <a:rPr lang="en-US" b="1" dirty="0"/>
              <a:t>at least one special character (@, #, $, %, &amp;, etc.)</a:t>
            </a:r>
            <a:endParaRPr lang="en-US" dirty="0"/>
          </a:p>
          <a:p>
            <a:r>
              <a:rPr lang="en-US" dirty="0"/>
              <a:t>✔ Example Valid Passwords:</a:t>
            </a:r>
          </a:p>
          <a:p>
            <a:r>
              <a:rPr lang="en-US" dirty="0"/>
              <a:t>Rohit@123</a:t>
            </a:r>
          </a:p>
          <a:p>
            <a:r>
              <a:rPr lang="en-US" dirty="0"/>
              <a:t>P@ssw0rd</a:t>
            </a:r>
            <a:br>
              <a:rPr lang="en-US" dirty="0"/>
            </a:br>
            <a:r>
              <a:rPr lang="en-US" dirty="0"/>
              <a:t>✔ Example Invalid Passwords:</a:t>
            </a:r>
          </a:p>
          <a:p>
            <a:r>
              <a:rPr lang="en-US" dirty="0"/>
              <a:t>password ❌ (No digits or special characters)</a:t>
            </a:r>
          </a:p>
          <a:p>
            <a:r>
              <a:rPr lang="en-US" dirty="0"/>
              <a:t>Pass123 ❌ (Too short)</a:t>
            </a:r>
          </a:p>
          <a:p>
            <a:r>
              <a:rPr lang="en-US" dirty="0"/>
              <a:t>12345678 ❌ (No letters)</a:t>
            </a:r>
          </a:p>
          <a:p>
            <a:r>
              <a:rPr lang="en-US" b="1" dirty="0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Pattern.compile</a:t>
            </a:r>
            <a:r>
              <a:rPr lang="en-US" dirty="0"/>
              <a:t>("^(?=.*[A-Z])(?=.*[a-z])(?=.*\\d)(?=.*[@#$%^&amp;+=]).{8,}$")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Validate Indian Vehicle Number Plate</a:t>
            </a:r>
          </a:p>
          <a:p>
            <a:r>
              <a:rPr lang="en-IN" dirty="0"/>
              <a:t>Write a program to validate an </a:t>
            </a:r>
            <a:r>
              <a:rPr lang="en-IN" b="1" dirty="0"/>
              <a:t>Indian vehicle number plate</a:t>
            </a:r>
            <a:r>
              <a:rPr lang="en-IN" dirty="0"/>
              <a:t> using regex.</a:t>
            </a:r>
          </a:p>
          <a:p>
            <a:r>
              <a:rPr lang="en-IN" dirty="0"/>
              <a:t>✔ Format: </a:t>
            </a:r>
            <a:r>
              <a:rPr lang="en-IN" b="1" dirty="0"/>
              <a:t>"XX00YY0000"</a:t>
            </a:r>
            <a:endParaRPr lang="en-IN" dirty="0"/>
          </a:p>
          <a:p>
            <a:r>
              <a:rPr lang="en-IN" dirty="0"/>
              <a:t>XX → Two uppercase letters (State Code)</a:t>
            </a:r>
          </a:p>
          <a:p>
            <a:r>
              <a:rPr lang="en-IN" dirty="0"/>
              <a:t>00 → Two digits (District Code)</a:t>
            </a:r>
          </a:p>
          <a:p>
            <a:r>
              <a:rPr lang="en-IN" dirty="0"/>
              <a:t>YY → One or two uppercase letters (Series)</a:t>
            </a:r>
          </a:p>
          <a:p>
            <a:r>
              <a:rPr lang="en-IN" dirty="0"/>
              <a:t>0000 → Four digits (Number)</a:t>
            </a:r>
          </a:p>
          <a:p>
            <a:r>
              <a:rPr lang="en-IN" dirty="0"/>
              <a:t>✔ Example Valid Plates:</a:t>
            </a:r>
          </a:p>
          <a:p>
            <a:r>
              <a:rPr lang="en-IN" dirty="0"/>
              <a:t>PB10AK1234</a:t>
            </a:r>
          </a:p>
          <a:p>
            <a:r>
              <a:rPr lang="en-IN" dirty="0"/>
              <a:t>HR26DA9898</a:t>
            </a:r>
            <a:br>
              <a:rPr lang="en-IN" dirty="0"/>
            </a:br>
            <a:r>
              <a:rPr lang="en-IN" dirty="0"/>
              <a:t>✔ Example Invalid Plates:</a:t>
            </a:r>
          </a:p>
          <a:p>
            <a:r>
              <a:rPr lang="en-IN" dirty="0"/>
              <a:t>P10AK1234 ❌ (First part must be 2 letters)</a:t>
            </a:r>
          </a:p>
          <a:p>
            <a:r>
              <a:rPr lang="en-IN" dirty="0"/>
              <a:t>PB10A1234 ❌ (Series must be 2 letters)</a:t>
            </a:r>
          </a:p>
          <a:p>
            <a:r>
              <a:rPr lang="en-IN" dirty="0"/>
              <a:t>PB101234 ❌ (Missing letters in series)</a:t>
            </a:r>
          </a:p>
          <a:p>
            <a:r>
              <a:rPr lang="en-IN" b="1" dirty="0" smtClean="0"/>
              <a:t>Hint</a:t>
            </a:r>
            <a:r>
              <a:rPr lang="en-IN" b="1" dirty="0"/>
              <a:t>:</a:t>
            </a:r>
            <a:r>
              <a:rPr lang="en-IN" dirty="0"/>
              <a:t> Use </a:t>
            </a:r>
            <a:r>
              <a:rPr lang="en-IN" dirty="0" err="1"/>
              <a:t>Pattern.compile</a:t>
            </a:r>
            <a:r>
              <a:rPr lang="en-IN" dirty="0"/>
              <a:t>("^[A-Z]{2}\\d{2}[A-Z]{1,2}\\d{4}$")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Validate Date Format (DD/MM/YYYY or DD-MM-YYYY)</a:t>
            </a:r>
          </a:p>
          <a:p>
            <a:r>
              <a:rPr lang="en-IN" dirty="0"/>
              <a:t>Write a program to check if a given </a:t>
            </a:r>
            <a:r>
              <a:rPr lang="en-IN" b="1" dirty="0"/>
              <a:t>date</a:t>
            </a:r>
            <a:r>
              <a:rPr lang="en-IN" dirty="0"/>
              <a:t> follows the format: DD/MM/YYYY or DD-MM-YYYY.</a:t>
            </a:r>
          </a:p>
          <a:p>
            <a:r>
              <a:rPr lang="en-IN" dirty="0"/>
              <a:t>✔ Example Valid Dates:</a:t>
            </a:r>
          </a:p>
          <a:p>
            <a:r>
              <a:rPr lang="en-IN" dirty="0"/>
              <a:t>12/02/2024</a:t>
            </a:r>
          </a:p>
          <a:p>
            <a:r>
              <a:rPr lang="en-IN" dirty="0"/>
              <a:t>01-01-2023</a:t>
            </a:r>
            <a:br>
              <a:rPr lang="en-IN" dirty="0"/>
            </a:br>
            <a:r>
              <a:rPr lang="en-IN" dirty="0"/>
              <a:t>✔ Example Invalid Dates:</a:t>
            </a:r>
          </a:p>
          <a:p>
            <a:r>
              <a:rPr lang="en-IN" dirty="0"/>
              <a:t>2023/12/01 ❌ (Year first, incorrect)</a:t>
            </a:r>
          </a:p>
          <a:p>
            <a:r>
              <a:rPr lang="en-IN" dirty="0"/>
              <a:t>31-04-2022 ❌ (April has only 30 days)</a:t>
            </a:r>
          </a:p>
          <a:p>
            <a:r>
              <a:rPr lang="en-IN" b="1" smtClean="0"/>
              <a:t>Hint</a:t>
            </a:r>
            <a:r>
              <a:rPr lang="en-IN" b="1" dirty="0"/>
              <a:t>:</a:t>
            </a:r>
            <a:r>
              <a:rPr lang="en-IN" dirty="0"/>
              <a:t> Use </a:t>
            </a:r>
            <a:r>
              <a:rPr lang="en-IN" dirty="0" err="1"/>
              <a:t>Pattern.compile</a:t>
            </a:r>
            <a:r>
              <a:rPr lang="en-IN" dirty="0"/>
              <a:t>("^(0[1-9]|[12][0-9]|3[01])[-/](0[1-9]|1[0-2])[-/](\\d{4})$")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5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1784</Words>
  <Application>Microsoft Office PowerPoint</Application>
  <PresentationFormat>On-screen Show (4:3)</PresentationFormat>
  <Paragraphs>316</Paragraphs>
  <Slides>27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Regular Expressions in Java 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 in Java </dc:title>
  <dc:creator/>
  <cp:lastModifiedBy>Rohit Kamboj</cp:lastModifiedBy>
  <cp:revision>78</cp:revision>
  <dcterms:created xsi:type="dcterms:W3CDTF">2006-08-16T00:00:00Z</dcterms:created>
  <dcterms:modified xsi:type="dcterms:W3CDTF">2025-02-24T07:31:09Z</dcterms:modified>
</cp:coreProperties>
</file>