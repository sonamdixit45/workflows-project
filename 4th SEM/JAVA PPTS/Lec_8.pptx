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90" r:id="rId6"/>
    <p:sldId id="260" r:id="rId7"/>
    <p:sldId id="261" r:id="rId8"/>
    <p:sldId id="262" r:id="rId9"/>
    <p:sldId id="263" r:id="rId10"/>
    <p:sldId id="291" r:id="rId11"/>
    <p:sldId id="264" r:id="rId12"/>
    <p:sldId id="265" r:id="rId13"/>
    <p:sldId id="266" r:id="rId14"/>
    <p:sldId id="267" r:id="rId15"/>
    <p:sldId id="268" r:id="rId16"/>
    <p:sldId id="293" r:id="rId17"/>
    <p:sldId id="269" r:id="rId18"/>
    <p:sldId id="292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63" autoAdjust="0"/>
  </p:normalViewPr>
  <p:slideViewPr>
    <p:cSldViewPr>
      <p:cViewPr varScale="1">
        <p:scale>
          <a:sx n="78" d="100"/>
          <a:sy n="78" d="100"/>
        </p:scale>
        <p:origin x="-15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0825E-64B1-40E9-8491-C9376AD685CE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F9E24-5455-4E40-96EC-9132257B5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3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Initial Capacity</a:t>
            </a:r>
            <a:r>
              <a:rPr lang="en-US" dirty="0" smtClean="0"/>
              <a:t>: When a </a:t>
            </a:r>
            <a:r>
              <a:rPr lang="en-US" dirty="0" err="1" smtClean="0"/>
              <a:t>StringBuffer</a:t>
            </a:r>
            <a:r>
              <a:rPr lang="en-US" dirty="0" smtClean="0"/>
              <a:t> is created, it has an initial capacity, which is the amount of memory allocated to hold characters. For example, if you create a </a:t>
            </a:r>
            <a:r>
              <a:rPr lang="en-US" dirty="0" err="1" smtClean="0"/>
              <a:t>StringBuffer</a:t>
            </a:r>
            <a:r>
              <a:rPr lang="en-US" dirty="0" smtClean="0"/>
              <a:t> with new </a:t>
            </a:r>
            <a:r>
              <a:rPr lang="en-US" dirty="0" err="1" smtClean="0"/>
              <a:t>StringBuffer</a:t>
            </a:r>
            <a:r>
              <a:rPr lang="en-US" dirty="0" smtClean="0"/>
              <a:t>(100), it will allocate space for 100 characters, regardless of how much content is actually in the buffer.</a:t>
            </a:r>
          </a:p>
          <a:p>
            <a:r>
              <a:rPr lang="en-US" b="1" dirty="0" smtClean="0"/>
              <a:t>Dynamic Expansion</a:t>
            </a:r>
            <a:r>
              <a:rPr lang="en-US" dirty="0" smtClean="0"/>
              <a:t>: As you append or modify the content of a </a:t>
            </a:r>
            <a:r>
              <a:rPr lang="en-US" dirty="0" err="1" smtClean="0"/>
              <a:t>StringBuffer</a:t>
            </a:r>
            <a:r>
              <a:rPr lang="en-US" dirty="0" smtClean="0"/>
              <a:t>, it may exceed its current capacity. When this happens, the </a:t>
            </a:r>
            <a:r>
              <a:rPr lang="en-US" dirty="0" err="1" smtClean="0"/>
              <a:t>StringBuffer</a:t>
            </a:r>
            <a:r>
              <a:rPr lang="en-US" dirty="0" smtClean="0"/>
              <a:t> automatically expands its capacity. By default, the new capacity will be approximately double the old capacity.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F9E24-5455-4E40-96EC-9132257B5A6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96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F9E24-5455-4E40-96EC-9132257B5A6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96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Output – </a:t>
            </a:r>
          </a:p>
          <a:p>
            <a:r>
              <a:rPr lang="en-US" dirty="0" smtClean="0"/>
              <a:t>Java</a:t>
            </a:r>
          </a:p>
          <a:p>
            <a:r>
              <a:rPr lang="en-US" dirty="0" smtClean="0"/>
              <a:t>is</a:t>
            </a:r>
          </a:p>
          <a:p>
            <a:r>
              <a:rPr lang="en-US" dirty="0" smtClean="0"/>
              <a:t>fun</a:t>
            </a:r>
          </a:p>
          <a:p>
            <a:r>
              <a:rPr lang="en-US" dirty="0" smtClean="0"/>
              <a:t>to</a:t>
            </a:r>
          </a:p>
          <a:p>
            <a:r>
              <a:rPr lang="en-US" dirty="0" smtClean="0"/>
              <a:t>learn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F9E24-5455-4E40-96EC-9132257B5A6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33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Java</a:t>
            </a:r>
          </a:p>
          <a:p>
            <a:r>
              <a:rPr lang="en-IN" dirty="0" smtClean="0"/>
              <a:t>Python</a:t>
            </a:r>
          </a:p>
          <a:p>
            <a:r>
              <a:rPr lang="en-IN" dirty="0" smtClean="0"/>
              <a:t>C++</a:t>
            </a:r>
          </a:p>
          <a:p>
            <a:r>
              <a:rPr lang="en-IN" dirty="0" smtClean="0"/>
              <a:t>JavaScript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F9E24-5455-4E40-96EC-9132257B5A6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43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Output – </a:t>
            </a:r>
          </a:p>
          <a:p>
            <a:r>
              <a:rPr lang="en-IN" dirty="0" smtClean="0"/>
              <a:t>Java</a:t>
            </a:r>
          </a:p>
          <a:p>
            <a:r>
              <a:rPr lang="en-IN" dirty="0" smtClean="0"/>
              <a:t>:</a:t>
            </a:r>
          </a:p>
          <a:p>
            <a:r>
              <a:rPr lang="en-IN" dirty="0" smtClean="0"/>
              <a:t>Python</a:t>
            </a:r>
          </a:p>
          <a:p>
            <a:r>
              <a:rPr lang="en-IN" dirty="0" smtClean="0"/>
              <a:t>:</a:t>
            </a:r>
          </a:p>
          <a:p>
            <a:r>
              <a:rPr lang="en-IN" dirty="0" smtClean="0"/>
              <a:t>C++</a:t>
            </a:r>
          </a:p>
          <a:p>
            <a:r>
              <a:rPr lang="en-IN" dirty="0" smtClean="0"/>
              <a:t>:</a:t>
            </a:r>
          </a:p>
          <a:p>
            <a:r>
              <a:rPr lang="en-IN" dirty="0" smtClean="0"/>
              <a:t>JavaScript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F9E24-5455-4E40-96EC-9132257B5A6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3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Output – </a:t>
            </a:r>
          </a:p>
          <a:p>
            <a:r>
              <a:rPr lang="en-US" dirty="0" smtClean="0"/>
              <a:t>Total tokens: 3</a:t>
            </a:r>
          </a:p>
          <a:p>
            <a:r>
              <a:rPr lang="en-US" dirty="0" smtClean="0"/>
              <a:t>Java</a:t>
            </a:r>
          </a:p>
          <a:p>
            <a:r>
              <a:rPr lang="en-US" dirty="0" smtClean="0"/>
              <a:t>Tokens left: 2</a:t>
            </a:r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Tokens left: 1</a:t>
            </a:r>
          </a:p>
          <a:p>
            <a:r>
              <a:rPr lang="en-US" dirty="0" smtClean="0"/>
              <a:t>C++</a:t>
            </a:r>
          </a:p>
          <a:p>
            <a:r>
              <a:rPr lang="en-US" dirty="0" smtClean="0"/>
              <a:t>Tokens left: 0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F9E24-5455-4E40-96EC-9132257B5A6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StringBuffer</a:t>
            </a:r>
            <a:r>
              <a:rPr lang="en-IN" smtClean="0"/>
              <a:t>, </a:t>
            </a:r>
            <a:r>
              <a:rPr lang="en-IN" dirty="0" err="1" smtClean="0"/>
              <a:t>StringBuilder</a:t>
            </a:r>
            <a:r>
              <a:rPr lang="en-IN" dirty="0" smtClean="0"/>
              <a:t> and </a:t>
            </a:r>
            <a:r>
              <a:rPr lang="en-IN" dirty="0" err="1" smtClean="0"/>
              <a:t>StringTokenizer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03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StringBuffer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StringBuffer</a:t>
            </a:r>
            <a:r>
              <a:rPr lang="en-US" dirty="0"/>
              <a:t> class in Java is part of the </a:t>
            </a:r>
            <a:r>
              <a:rPr lang="en-US" dirty="0" err="1"/>
              <a:t>java.lang</a:t>
            </a:r>
            <a:r>
              <a:rPr lang="en-US" dirty="0"/>
              <a:t> package and is used to create objects that hold a mutable sequence of characters. </a:t>
            </a:r>
            <a:endParaRPr lang="en-US" dirty="0" smtClean="0"/>
          </a:p>
          <a:p>
            <a:r>
              <a:rPr lang="en-US" dirty="0" smtClean="0"/>
              <a:t>Unlike </a:t>
            </a:r>
            <a:r>
              <a:rPr lang="en-US" dirty="0"/>
              <a:t>the String class, which is immutable, the </a:t>
            </a:r>
            <a:r>
              <a:rPr lang="en-US" dirty="0" err="1"/>
              <a:t>StringBuffer</a:t>
            </a:r>
            <a:r>
              <a:rPr lang="en-US" dirty="0"/>
              <a:t> class allows modifications to the string's content after it has been created.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makes it more efficient for situations where a string will be modified frequently, as it avoids creating new objects with each modification, unlike String.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50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Characteristics of </a:t>
            </a:r>
            <a:r>
              <a:rPr lang="en-US" b="1" dirty="0" err="1"/>
              <a:t>StringBuffer</a:t>
            </a:r>
            <a:r>
              <a:rPr lang="en-US" b="1" dirty="0"/>
              <a:t>:</a:t>
            </a:r>
          </a:p>
          <a:p>
            <a:r>
              <a:rPr lang="en-US" b="1" dirty="0"/>
              <a:t>Mutable</a:t>
            </a:r>
            <a:r>
              <a:rPr lang="en-US" dirty="0"/>
              <a:t>: The contents of a </a:t>
            </a:r>
            <a:r>
              <a:rPr lang="en-US" dirty="0" err="1"/>
              <a:t>StringBuffer</a:t>
            </a:r>
            <a:r>
              <a:rPr lang="en-US" dirty="0"/>
              <a:t> object can be changed after it is created.</a:t>
            </a:r>
          </a:p>
          <a:p>
            <a:r>
              <a:rPr lang="en-US" b="1" dirty="0"/>
              <a:t>Thread-safe</a:t>
            </a:r>
            <a:r>
              <a:rPr lang="en-US" dirty="0"/>
              <a:t>: The methods of </a:t>
            </a:r>
            <a:r>
              <a:rPr lang="en-US" dirty="0" err="1"/>
              <a:t>StringBuffer</a:t>
            </a:r>
            <a:r>
              <a:rPr lang="en-US" dirty="0"/>
              <a:t> are synchronized, meaning it is safe to use in multi-threaded environments.</a:t>
            </a:r>
          </a:p>
          <a:p>
            <a:r>
              <a:rPr lang="en-US" b="1" dirty="0"/>
              <a:t>Efficient for modifications</a:t>
            </a:r>
            <a:r>
              <a:rPr lang="en-US" dirty="0"/>
              <a:t>: </a:t>
            </a:r>
            <a:r>
              <a:rPr lang="en-US" dirty="0" err="1"/>
              <a:t>StringBuffer</a:t>
            </a:r>
            <a:r>
              <a:rPr lang="en-US" dirty="0"/>
              <a:t> is typically faster than using String for operations that involve modifying the string, especially in loops, since it doesn't create new objects on each modification.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6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b="1" dirty="0"/>
              <a:t>Common Constructors of </a:t>
            </a:r>
            <a:r>
              <a:rPr lang="en-US" b="1" dirty="0" err="1"/>
              <a:t>StringBuffer</a:t>
            </a:r>
            <a:r>
              <a:rPr lang="en-US" b="1" dirty="0"/>
              <a:t>:</a:t>
            </a:r>
          </a:p>
          <a:p>
            <a:r>
              <a:rPr lang="en-US" sz="2400" b="1" dirty="0" err="1"/>
              <a:t>StringBuffer</a:t>
            </a:r>
            <a:r>
              <a:rPr lang="en-US" sz="2400" b="1" dirty="0"/>
              <a:t>()</a:t>
            </a:r>
            <a:r>
              <a:rPr lang="en-US" sz="2400" dirty="0"/>
              <a:t>: Creates an empty </a:t>
            </a:r>
            <a:r>
              <a:rPr lang="en-US" sz="2400" dirty="0" err="1"/>
              <a:t>StringBuffer</a:t>
            </a:r>
            <a:r>
              <a:rPr lang="en-US" sz="2400" dirty="0"/>
              <a:t> with an initial capacity of 16 characters</a:t>
            </a:r>
            <a:r>
              <a:rPr lang="en-US" sz="2400" dirty="0" smtClean="0"/>
              <a:t>.</a:t>
            </a:r>
          </a:p>
          <a:p>
            <a:r>
              <a:rPr lang="en-US" sz="2400" dirty="0" err="1"/>
              <a:t>StringBuffer</a:t>
            </a:r>
            <a:r>
              <a:rPr lang="en-US" sz="2400" dirty="0"/>
              <a:t> </a:t>
            </a:r>
            <a:r>
              <a:rPr lang="en-US" sz="2400" dirty="0" err="1"/>
              <a:t>sb</a:t>
            </a:r>
            <a:r>
              <a:rPr lang="en-US" sz="2400" dirty="0"/>
              <a:t> = new </a:t>
            </a:r>
            <a:r>
              <a:rPr lang="en-US" sz="2400" dirty="0" err="1"/>
              <a:t>StringBuffer</a:t>
            </a:r>
            <a:r>
              <a:rPr lang="en-US" sz="2400" dirty="0"/>
              <a:t>();</a:t>
            </a:r>
          </a:p>
          <a:p>
            <a:r>
              <a:rPr lang="en-US" sz="2400" b="1" dirty="0" err="1"/>
              <a:t>StringBuffer</a:t>
            </a:r>
            <a:r>
              <a:rPr lang="en-US" sz="2400" b="1" dirty="0"/>
              <a:t>(String </a:t>
            </a:r>
            <a:r>
              <a:rPr lang="en-US" sz="2400" b="1" dirty="0" err="1"/>
              <a:t>str</a:t>
            </a:r>
            <a:r>
              <a:rPr lang="en-US" sz="2400" b="1" dirty="0"/>
              <a:t>)</a:t>
            </a:r>
            <a:r>
              <a:rPr lang="en-US" sz="2400" dirty="0"/>
              <a:t>: Creates a </a:t>
            </a:r>
            <a:r>
              <a:rPr lang="en-US" sz="2400" dirty="0" err="1"/>
              <a:t>StringBuffer</a:t>
            </a:r>
            <a:r>
              <a:rPr lang="en-US" sz="2400" dirty="0"/>
              <a:t> initialized with the specified string</a:t>
            </a:r>
            <a:r>
              <a:rPr lang="en-US" sz="2400" dirty="0" smtClean="0"/>
              <a:t>.</a:t>
            </a:r>
          </a:p>
          <a:p>
            <a:r>
              <a:rPr lang="en-US" sz="2400" dirty="0" err="1"/>
              <a:t>StringBuffer</a:t>
            </a:r>
            <a:r>
              <a:rPr lang="en-US" sz="2400" dirty="0"/>
              <a:t> </a:t>
            </a:r>
            <a:r>
              <a:rPr lang="en-US" sz="2400" dirty="0" err="1"/>
              <a:t>sb</a:t>
            </a:r>
            <a:r>
              <a:rPr lang="en-US" sz="2400" dirty="0"/>
              <a:t> = new </a:t>
            </a:r>
            <a:r>
              <a:rPr lang="en-US" sz="2400" dirty="0" err="1"/>
              <a:t>StringBuffer</a:t>
            </a:r>
            <a:r>
              <a:rPr lang="en-US" sz="2400" dirty="0"/>
              <a:t>("Hello");</a:t>
            </a:r>
          </a:p>
          <a:p>
            <a:r>
              <a:rPr lang="en-US" sz="2400" b="1" dirty="0" err="1"/>
              <a:t>StringBuffer</a:t>
            </a:r>
            <a:r>
              <a:rPr lang="en-US" sz="2400" b="1" dirty="0"/>
              <a:t>(</a:t>
            </a:r>
            <a:r>
              <a:rPr lang="en-US" sz="2400" b="1" dirty="0" err="1"/>
              <a:t>int</a:t>
            </a:r>
            <a:r>
              <a:rPr lang="en-US" sz="2400" b="1" dirty="0"/>
              <a:t> capacity)</a:t>
            </a:r>
            <a:r>
              <a:rPr lang="en-US" sz="2400" dirty="0"/>
              <a:t>: Creates an empty </a:t>
            </a:r>
            <a:r>
              <a:rPr lang="en-US" sz="2400" dirty="0" err="1"/>
              <a:t>StringBuffer</a:t>
            </a:r>
            <a:r>
              <a:rPr lang="en-US" sz="2400" dirty="0"/>
              <a:t> with the specified initial capacity</a:t>
            </a:r>
            <a:r>
              <a:rPr lang="en-US" sz="2400" dirty="0" smtClean="0"/>
              <a:t>.</a:t>
            </a:r>
          </a:p>
          <a:p>
            <a:r>
              <a:rPr lang="en-US" sz="2400" dirty="0" err="1"/>
              <a:t>StringBuffer</a:t>
            </a:r>
            <a:r>
              <a:rPr lang="en-US" sz="2400" dirty="0"/>
              <a:t> </a:t>
            </a:r>
            <a:r>
              <a:rPr lang="en-US" sz="2400" dirty="0" err="1"/>
              <a:t>sb</a:t>
            </a:r>
            <a:r>
              <a:rPr lang="en-US" sz="2400" dirty="0"/>
              <a:t> = new </a:t>
            </a:r>
            <a:r>
              <a:rPr lang="en-US" sz="2400" dirty="0" err="1"/>
              <a:t>StringBuffer</a:t>
            </a:r>
            <a:r>
              <a:rPr lang="en-US" sz="2400" dirty="0"/>
              <a:t>(50);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68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Important Methods of </a:t>
            </a:r>
            <a:r>
              <a:rPr lang="en-US" b="1" dirty="0" err="1"/>
              <a:t>StringBuffer</a:t>
            </a:r>
            <a:r>
              <a:rPr lang="en-US" b="1" dirty="0" smtClean="0"/>
              <a:t>: </a:t>
            </a:r>
            <a:r>
              <a:rPr lang="en-US" dirty="0" smtClean="0"/>
              <a:t>All the methods of </a:t>
            </a:r>
            <a:r>
              <a:rPr lang="en-US" dirty="0" err="1" smtClean="0"/>
              <a:t>StringBuffer</a:t>
            </a:r>
            <a:r>
              <a:rPr lang="en-US" dirty="0" smtClean="0"/>
              <a:t> are synchronized.</a:t>
            </a: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capacity</a:t>
            </a:r>
            <a:r>
              <a:rPr lang="en-US" b="1" dirty="0"/>
              <a:t>()</a:t>
            </a:r>
            <a:r>
              <a:rPr lang="en-US" dirty="0"/>
              <a:t>: Returns the current capacity of the </a:t>
            </a:r>
            <a:r>
              <a:rPr lang="en-US" dirty="0" err="1"/>
              <a:t>StringBuffer</a:t>
            </a:r>
            <a:r>
              <a:rPr lang="en-US" dirty="0"/>
              <a:t>. Capacity is the amount of space allocated for characters, which may be larger than the string's current length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sb.capacity</a:t>
            </a:r>
            <a:r>
              <a:rPr lang="en-IN"/>
              <a:t>());  </a:t>
            </a:r>
            <a:endParaRPr lang="en-IN" smtClean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length()</a:t>
            </a:r>
            <a:r>
              <a:rPr lang="en-US" dirty="0"/>
              <a:t>: Returns the number of characters currently in the buffer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sb.length</a:t>
            </a:r>
            <a:r>
              <a:rPr lang="en-IN" dirty="0"/>
              <a:t>());  // Output: 5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b="1" dirty="0"/>
              <a:t>append()</a:t>
            </a:r>
            <a:r>
              <a:rPr lang="en-US" dirty="0"/>
              <a:t>: Adds the specified string (or other data types) to the end of the current string buffer.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sb.append</a:t>
            </a:r>
            <a:r>
              <a:rPr lang="en-IN" dirty="0"/>
              <a:t>(" World");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Hello </a:t>
            </a:r>
            <a:r>
              <a:rPr lang="en-IN" dirty="0" smtClean="0"/>
              <a:t>World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insert()</a:t>
            </a:r>
            <a:r>
              <a:rPr lang="en-US" dirty="0"/>
              <a:t>: Inserts the specified string (or other data types) at the specified position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 World");</a:t>
            </a:r>
          </a:p>
          <a:p>
            <a:pPr marL="0" indent="0">
              <a:buNone/>
            </a:pPr>
            <a:r>
              <a:rPr lang="en-IN" dirty="0" err="1"/>
              <a:t>sb.insert</a:t>
            </a:r>
            <a:r>
              <a:rPr lang="en-IN" dirty="0"/>
              <a:t>(5, " Java");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Hello Java World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23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delete()</a:t>
            </a:r>
            <a:r>
              <a:rPr lang="en-US" dirty="0"/>
              <a:t>: Deletes characters in the buffer from the specified start index to the end index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 Java World");</a:t>
            </a:r>
          </a:p>
          <a:p>
            <a:pPr marL="0" indent="0">
              <a:buNone/>
            </a:pPr>
            <a:r>
              <a:rPr lang="en-IN" dirty="0" err="1"/>
              <a:t>sb.delete</a:t>
            </a:r>
            <a:r>
              <a:rPr lang="en-IN" dirty="0"/>
              <a:t>(5, 10);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Hello </a:t>
            </a:r>
            <a:r>
              <a:rPr lang="en-IN" dirty="0" smtClean="0"/>
              <a:t>World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reverse()</a:t>
            </a:r>
            <a:r>
              <a:rPr lang="en-US" dirty="0"/>
              <a:t>: Reverses the sequence of characters in the buffer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sb.reverse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</a:t>
            </a:r>
            <a:r>
              <a:rPr lang="en-IN" dirty="0" err="1"/>
              <a:t>olleH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err="1"/>
              <a:t>toString</a:t>
            </a:r>
            <a:r>
              <a:rPr lang="en-US" b="1" dirty="0"/>
              <a:t>()</a:t>
            </a:r>
            <a:r>
              <a:rPr lang="en-US" dirty="0"/>
              <a:t>: Converts the </a:t>
            </a:r>
            <a:r>
              <a:rPr lang="en-US" dirty="0" err="1"/>
              <a:t>StringBuffer</a:t>
            </a:r>
            <a:r>
              <a:rPr lang="en-US" dirty="0"/>
              <a:t> object to a String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Exampel</a:t>
            </a:r>
            <a:r>
              <a:rPr lang="en-US" dirty="0" smtClean="0"/>
              <a:t> - </a:t>
            </a:r>
          </a:p>
          <a:p>
            <a:pPr marL="0" indent="0">
              <a:buNone/>
            </a:pP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 World");</a:t>
            </a:r>
          </a:p>
          <a:p>
            <a:pPr marL="0" indent="0">
              <a:buNone/>
            </a:pPr>
            <a:r>
              <a:rPr lang="en-IN" dirty="0"/>
              <a:t>String </a:t>
            </a:r>
            <a:r>
              <a:rPr lang="en-IN" dirty="0" err="1"/>
              <a:t>str</a:t>
            </a:r>
            <a:r>
              <a:rPr lang="en-IN" dirty="0"/>
              <a:t> = </a:t>
            </a:r>
            <a:r>
              <a:rPr lang="en-IN" dirty="0" err="1"/>
              <a:t>sb.toString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str</a:t>
            </a:r>
            <a:r>
              <a:rPr lang="en-IN" dirty="0"/>
              <a:t>);  // Output: Hello </a:t>
            </a:r>
            <a:r>
              <a:rPr lang="en-IN" dirty="0" smtClean="0"/>
              <a:t>World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b="1" dirty="0"/>
              <a:t>r</a:t>
            </a:r>
            <a:r>
              <a:rPr lang="en-IN" b="1" dirty="0" smtClean="0"/>
              <a:t>eplace() - </a:t>
            </a:r>
            <a:r>
              <a:rPr lang="en-US" b="1" dirty="0"/>
              <a:t>replace()</a:t>
            </a:r>
            <a:r>
              <a:rPr lang="en-US" dirty="0"/>
              <a:t> method </a:t>
            </a:r>
            <a:r>
              <a:rPr lang="en-US" dirty="0" smtClean="0"/>
              <a:t>is used to </a:t>
            </a:r>
            <a:r>
              <a:rPr lang="en-US" dirty="0"/>
              <a:t>replace a portion of the sequence of characters with a specified string. </a:t>
            </a:r>
            <a:endParaRPr lang="en-US" dirty="0" smtClean="0"/>
          </a:p>
          <a:p>
            <a:r>
              <a:rPr lang="en-US" dirty="0" smtClean="0"/>
              <a:t>replace(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start, </a:t>
            </a:r>
            <a:r>
              <a:rPr lang="en-US" dirty="0" err="1"/>
              <a:t>int</a:t>
            </a:r>
            <a:r>
              <a:rPr lang="en-US" dirty="0"/>
              <a:t> end, String </a:t>
            </a:r>
            <a:r>
              <a:rPr lang="en-US" dirty="0" err="1"/>
              <a:t>str</a:t>
            </a:r>
            <a:r>
              <a:rPr lang="en-US" dirty="0" smtClean="0"/>
              <a:t>)</a:t>
            </a:r>
          </a:p>
          <a:p>
            <a:r>
              <a:rPr lang="en-US" b="1" dirty="0"/>
              <a:t>start</a:t>
            </a:r>
            <a:r>
              <a:rPr lang="en-US" dirty="0"/>
              <a:t>: The starting index (inclusive) of the portion to replace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end</a:t>
            </a:r>
            <a:r>
              <a:rPr lang="en-US" dirty="0"/>
              <a:t>: The ending index (exclusive) of the portion to replace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str</a:t>
            </a:r>
            <a:r>
              <a:rPr lang="en-US" dirty="0"/>
              <a:t>: The string to replace the specified range with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 – 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("Hello World");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sb.replace</a:t>
            </a:r>
            <a:r>
              <a:rPr lang="en-IN" dirty="0"/>
              <a:t>(6, 11, "Java");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// Output: Hello Java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b="1" dirty="0"/>
              <a:t>Performance Considerations:</a:t>
            </a:r>
          </a:p>
          <a:p>
            <a:r>
              <a:rPr lang="en-US" dirty="0" err="1"/>
              <a:t>StringBuffer</a:t>
            </a:r>
            <a:r>
              <a:rPr lang="en-US" dirty="0"/>
              <a:t> is generally preferred when there are many modifications to the string (like appending, inserting, deleting).</a:t>
            </a:r>
          </a:p>
          <a:p>
            <a:r>
              <a:rPr lang="en-US" dirty="0"/>
              <a:t>Since it is synchronized, it is thread-safe but may have some performance overhead in multi-threaded environments. If thread-safety is not required, </a:t>
            </a:r>
            <a:r>
              <a:rPr lang="en-US" dirty="0" err="1"/>
              <a:t>StringBuilder</a:t>
            </a:r>
            <a:r>
              <a:rPr lang="en-US" dirty="0"/>
              <a:t> (which is similar to </a:t>
            </a:r>
            <a:r>
              <a:rPr lang="en-US" dirty="0" err="1"/>
              <a:t>StringBuffer</a:t>
            </a:r>
            <a:r>
              <a:rPr lang="en-US" dirty="0"/>
              <a:t> but not synchronized) can be used for better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StringBuilder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StringBuilder</a:t>
            </a:r>
            <a:r>
              <a:rPr lang="en-US" dirty="0"/>
              <a:t> class in Java is similar to the </a:t>
            </a:r>
            <a:r>
              <a:rPr lang="en-US" dirty="0" err="1"/>
              <a:t>StringBuffer</a:t>
            </a:r>
            <a:r>
              <a:rPr lang="en-US" dirty="0"/>
              <a:t> class but is designed for </a:t>
            </a:r>
            <a:r>
              <a:rPr lang="en-US" b="1" dirty="0"/>
              <a:t>single-threaded</a:t>
            </a:r>
            <a:r>
              <a:rPr lang="en-US" dirty="0"/>
              <a:t> environments where thread safety is not a concern.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provides an efficient way to manipulate strings when you need to modify their content frequently.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key difference between </a:t>
            </a:r>
            <a:r>
              <a:rPr lang="en-US" dirty="0" err="1"/>
              <a:t>StringBuilder</a:t>
            </a:r>
            <a:r>
              <a:rPr lang="en-US" dirty="0"/>
              <a:t> and </a:t>
            </a:r>
            <a:r>
              <a:rPr lang="en-US" dirty="0" err="1"/>
              <a:t>StringBuffer</a:t>
            </a:r>
            <a:r>
              <a:rPr lang="en-US" dirty="0"/>
              <a:t> is that </a:t>
            </a:r>
            <a:r>
              <a:rPr lang="en-US" dirty="0" err="1"/>
              <a:t>StringBuilder</a:t>
            </a:r>
            <a:r>
              <a:rPr lang="en-US" dirty="0"/>
              <a:t> is </a:t>
            </a:r>
            <a:r>
              <a:rPr lang="en-US" b="1" dirty="0"/>
              <a:t>not synchronized</a:t>
            </a:r>
            <a:r>
              <a:rPr lang="en-US" dirty="0"/>
              <a:t>, making it faster than </a:t>
            </a:r>
            <a:r>
              <a:rPr lang="en-US" dirty="0" err="1"/>
              <a:t>StringBuffer</a:t>
            </a:r>
            <a:r>
              <a:rPr lang="en-US" dirty="0"/>
              <a:t> in scenarios where thread safety is not an issue.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72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Key Characteristics of </a:t>
            </a:r>
            <a:r>
              <a:rPr lang="en-US" b="1" dirty="0" err="1"/>
              <a:t>StringBuilder</a:t>
            </a:r>
            <a:r>
              <a:rPr lang="en-US" b="1" dirty="0"/>
              <a:t>:</a:t>
            </a:r>
          </a:p>
          <a:p>
            <a:r>
              <a:rPr lang="en-US" b="1" dirty="0"/>
              <a:t>Mutable</a:t>
            </a:r>
            <a:r>
              <a:rPr lang="en-US" dirty="0"/>
              <a:t>: Like </a:t>
            </a:r>
            <a:r>
              <a:rPr lang="en-US" dirty="0" err="1"/>
              <a:t>StringBuffer</a:t>
            </a:r>
            <a:r>
              <a:rPr lang="en-US" dirty="0"/>
              <a:t>, the content of a </a:t>
            </a:r>
            <a:r>
              <a:rPr lang="en-US" dirty="0" err="1"/>
              <a:t>StringBuilder</a:t>
            </a:r>
            <a:r>
              <a:rPr lang="en-US" dirty="0"/>
              <a:t> object can be changed after it is created.</a:t>
            </a:r>
          </a:p>
          <a:p>
            <a:r>
              <a:rPr lang="en-US" b="1" dirty="0"/>
              <a:t>Not Thread-safe</a:t>
            </a:r>
            <a:r>
              <a:rPr lang="en-US" dirty="0"/>
              <a:t>: Unlike </a:t>
            </a:r>
            <a:r>
              <a:rPr lang="en-US" dirty="0" err="1"/>
              <a:t>StringBuffer</a:t>
            </a:r>
            <a:r>
              <a:rPr lang="en-US" dirty="0"/>
              <a:t>, </a:t>
            </a:r>
            <a:r>
              <a:rPr lang="en-US" dirty="0" err="1"/>
              <a:t>StringBuilder</a:t>
            </a:r>
            <a:r>
              <a:rPr lang="en-US" dirty="0"/>
              <a:t> is </a:t>
            </a:r>
            <a:r>
              <a:rPr lang="en-US" b="1" dirty="0"/>
              <a:t>not synchronized</a:t>
            </a:r>
            <a:r>
              <a:rPr lang="en-US" dirty="0"/>
              <a:t>, which means it is not thread-safe but is faster for single-threaded applications because there is no overhead from synchronization.</a:t>
            </a:r>
          </a:p>
          <a:p>
            <a:r>
              <a:rPr lang="en-US" b="1" dirty="0"/>
              <a:t>Efficient for String Manipulation</a:t>
            </a:r>
            <a:r>
              <a:rPr lang="en-US" dirty="0"/>
              <a:t>: </a:t>
            </a:r>
            <a:r>
              <a:rPr lang="en-US" dirty="0" err="1"/>
              <a:t>StringBuilder</a:t>
            </a:r>
            <a:r>
              <a:rPr lang="en-US" dirty="0"/>
              <a:t> is more efficient than String for frequent modifications (like appending, inserting, deleting characters) because it does not create new objects on each modification.</a:t>
            </a:r>
          </a:p>
          <a:p>
            <a:r>
              <a:rPr lang="en-US" b="1" dirty="0"/>
              <a:t>Default Capacity</a:t>
            </a:r>
            <a:r>
              <a:rPr lang="en-US" dirty="0"/>
              <a:t>: The default initial capacity of a </a:t>
            </a:r>
            <a:r>
              <a:rPr lang="en-US" dirty="0" err="1"/>
              <a:t>StringBuilder</a:t>
            </a:r>
            <a:r>
              <a:rPr lang="en-US" dirty="0"/>
              <a:t> is 16 characters, which can grow as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Constructors of </a:t>
            </a:r>
            <a:r>
              <a:rPr lang="en-US" b="1" dirty="0" err="1"/>
              <a:t>StringBuilder</a:t>
            </a:r>
            <a:r>
              <a:rPr lang="en-US" b="1" dirty="0"/>
              <a:t>:</a:t>
            </a:r>
          </a:p>
          <a:p>
            <a:r>
              <a:rPr lang="en-US" b="1" dirty="0" err="1"/>
              <a:t>StringBuilder</a:t>
            </a:r>
            <a:r>
              <a:rPr lang="en-US" b="1" dirty="0"/>
              <a:t>()</a:t>
            </a:r>
            <a:r>
              <a:rPr lang="en-US" dirty="0"/>
              <a:t>: Creates an empty </a:t>
            </a:r>
            <a:r>
              <a:rPr lang="en-US" dirty="0" err="1"/>
              <a:t>StringBuilder</a:t>
            </a:r>
            <a:r>
              <a:rPr lang="en-US" dirty="0"/>
              <a:t> with an initial capacity of 16 characters</a:t>
            </a:r>
          </a:p>
          <a:p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();</a:t>
            </a:r>
          </a:p>
          <a:p>
            <a:r>
              <a:rPr lang="en-US" b="1" dirty="0" err="1"/>
              <a:t>StringBuilder</a:t>
            </a:r>
            <a:r>
              <a:rPr lang="en-US" b="1" dirty="0"/>
              <a:t>(String </a:t>
            </a:r>
            <a:r>
              <a:rPr lang="en-US" b="1" dirty="0" err="1"/>
              <a:t>str</a:t>
            </a:r>
            <a:r>
              <a:rPr lang="en-US" b="1" dirty="0"/>
              <a:t>)</a:t>
            </a:r>
            <a:r>
              <a:rPr lang="en-US" dirty="0"/>
              <a:t>: Creates a </a:t>
            </a:r>
            <a:r>
              <a:rPr lang="en-US" dirty="0" err="1"/>
              <a:t>StringBuilder</a:t>
            </a:r>
            <a:r>
              <a:rPr lang="en-US" dirty="0"/>
              <a:t> initialized with the specified string</a:t>
            </a:r>
            <a:r>
              <a:rPr lang="en-US" dirty="0" smtClean="0"/>
              <a:t>.</a:t>
            </a:r>
          </a:p>
          <a:p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("Hello");</a:t>
            </a:r>
          </a:p>
          <a:p>
            <a:r>
              <a:rPr lang="en-US" b="1" dirty="0" err="1"/>
              <a:t>StringBuilder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capacity)</a:t>
            </a:r>
            <a:r>
              <a:rPr lang="en-US" dirty="0"/>
              <a:t>: Creates an empty </a:t>
            </a:r>
            <a:r>
              <a:rPr lang="en-US" dirty="0" err="1"/>
              <a:t>StringBuilder</a:t>
            </a:r>
            <a:r>
              <a:rPr lang="en-US" dirty="0"/>
              <a:t> with the specified initial capacity</a:t>
            </a:r>
            <a:r>
              <a:rPr lang="en-US" dirty="0" smtClean="0"/>
              <a:t>.</a:t>
            </a:r>
          </a:p>
          <a:p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(50);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Commonly Used Methods of </a:t>
            </a:r>
            <a:r>
              <a:rPr lang="en-US" b="1" dirty="0" err="1"/>
              <a:t>StringBuilder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r>
              <a:rPr lang="en-US" b="1" dirty="0"/>
              <a:t>append()</a:t>
            </a:r>
            <a:r>
              <a:rPr lang="en-US" dirty="0"/>
              <a:t>: Adds the specified string (or other data types) to the end of the current string builder.</a:t>
            </a:r>
          </a:p>
          <a:p>
            <a:pPr marL="0" indent="0">
              <a:buNone/>
            </a:pPr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sb.append</a:t>
            </a:r>
            <a:r>
              <a:rPr lang="en-IN" dirty="0"/>
              <a:t>(" World");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Hello </a:t>
            </a:r>
            <a:r>
              <a:rPr lang="en-IN" dirty="0" smtClean="0"/>
              <a:t>World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insert()</a:t>
            </a:r>
            <a:r>
              <a:rPr lang="en-US" dirty="0"/>
              <a:t>: Inserts the specified string (or other data types) at the specified position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("Hello World");</a:t>
            </a:r>
          </a:p>
          <a:p>
            <a:pPr marL="0" indent="0">
              <a:buNone/>
            </a:pPr>
            <a:r>
              <a:rPr lang="en-IN" dirty="0" err="1"/>
              <a:t>sb.insert</a:t>
            </a:r>
            <a:r>
              <a:rPr lang="en-IN" dirty="0"/>
              <a:t>(5, " Java");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Hello Java World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delete()</a:t>
            </a:r>
            <a:r>
              <a:rPr lang="en-US" dirty="0"/>
              <a:t>: Deletes characters in the builder from the specified start index to the end index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("Hello Java World");</a:t>
            </a:r>
          </a:p>
          <a:p>
            <a:pPr marL="0" indent="0">
              <a:buNone/>
            </a:pPr>
            <a:r>
              <a:rPr lang="en-IN" dirty="0" err="1"/>
              <a:t>sb.delete</a:t>
            </a:r>
            <a:r>
              <a:rPr lang="en-IN" dirty="0"/>
              <a:t>(5, 9);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Hello </a:t>
            </a:r>
            <a:r>
              <a:rPr lang="en-IN" dirty="0" smtClean="0"/>
              <a:t>World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US" b="1" dirty="0"/>
              <a:t>reverse()</a:t>
            </a:r>
            <a:r>
              <a:rPr lang="en-US" dirty="0"/>
              <a:t>: Reverses the sequence of characters in the builder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sb.reverse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 // Output: </a:t>
            </a:r>
            <a:r>
              <a:rPr lang="en-IN" dirty="0" err="1"/>
              <a:t>olleH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capacity()</a:t>
            </a:r>
            <a:r>
              <a:rPr lang="en-US" dirty="0"/>
              <a:t>: Returns the current capacity of the </a:t>
            </a:r>
            <a:r>
              <a:rPr lang="en-US" dirty="0" err="1"/>
              <a:t>StringBuilder</a:t>
            </a:r>
            <a:r>
              <a:rPr lang="en-US" dirty="0"/>
              <a:t>. Capacity is the amount of space allocated for characters.</a:t>
            </a:r>
          </a:p>
          <a:p>
            <a:r>
              <a:rPr lang="en-US" dirty="0" err="1" smtClean="0"/>
              <a:t>StringBuilder</a:t>
            </a:r>
            <a:r>
              <a:rPr lang="en-US" dirty="0" smtClean="0"/>
              <a:t> </a:t>
            </a:r>
            <a:r>
              <a:rPr lang="en-US" dirty="0" err="1"/>
              <a:t>sb</a:t>
            </a:r>
            <a:r>
              <a:rPr lang="en-US" dirty="0"/>
              <a:t> = new </a:t>
            </a:r>
            <a:r>
              <a:rPr lang="en-US" dirty="0" err="1"/>
              <a:t>StringBuilder</a:t>
            </a:r>
            <a:r>
              <a:rPr lang="en-US" dirty="0"/>
              <a:t>("Hello");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sb.capacity</a:t>
            </a:r>
            <a:r>
              <a:rPr lang="en-US" dirty="0"/>
              <a:t>()); // Output: 16 (default initial capacity) 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length()</a:t>
            </a:r>
            <a:r>
              <a:rPr lang="en-US" dirty="0"/>
              <a:t>: Returns the number of characters currently in the builder.</a:t>
            </a:r>
          </a:p>
          <a:p>
            <a:r>
              <a:rPr lang="en-US" dirty="0" err="1" smtClean="0"/>
              <a:t>StringBuilder</a:t>
            </a:r>
            <a:r>
              <a:rPr lang="en-US" dirty="0" smtClean="0"/>
              <a:t> </a:t>
            </a:r>
            <a:r>
              <a:rPr lang="en-US" dirty="0" err="1"/>
              <a:t>sb</a:t>
            </a:r>
            <a:r>
              <a:rPr lang="en-US" dirty="0"/>
              <a:t> = new </a:t>
            </a:r>
            <a:r>
              <a:rPr lang="en-US" dirty="0" err="1"/>
              <a:t>StringBuilder</a:t>
            </a:r>
            <a:r>
              <a:rPr lang="en-US" dirty="0"/>
              <a:t>("Hello");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sb.length</a:t>
            </a:r>
            <a:r>
              <a:rPr lang="en-US" dirty="0"/>
              <a:t>()); // Output: </a:t>
            </a:r>
            <a:r>
              <a:rPr lang="en-US" dirty="0" smtClean="0"/>
              <a:t>5</a:t>
            </a:r>
          </a:p>
          <a:p>
            <a:endParaRPr lang="en-US" dirty="0"/>
          </a:p>
          <a:p>
            <a:r>
              <a:rPr lang="en-IN" b="1" dirty="0" err="1"/>
              <a:t>toString</a:t>
            </a:r>
            <a:r>
              <a:rPr lang="en-IN" b="1" dirty="0"/>
              <a:t>()</a:t>
            </a:r>
            <a:r>
              <a:rPr lang="en-IN" dirty="0"/>
              <a:t>: Converts the </a:t>
            </a:r>
            <a:r>
              <a:rPr lang="en-IN" dirty="0" err="1"/>
              <a:t>StringBuilder</a:t>
            </a:r>
            <a:r>
              <a:rPr lang="en-IN" dirty="0"/>
              <a:t> object to a String.</a:t>
            </a:r>
          </a:p>
          <a:p>
            <a:r>
              <a:rPr lang="en-IN" dirty="0" err="1" smtClean="0"/>
              <a:t>StringBuilder</a:t>
            </a:r>
            <a:r>
              <a:rPr lang="en-IN" dirty="0" smtClean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("Hello World"); String </a:t>
            </a:r>
            <a:r>
              <a:rPr lang="en-IN" dirty="0" err="1"/>
              <a:t>str</a:t>
            </a:r>
            <a:r>
              <a:rPr lang="en-IN" dirty="0"/>
              <a:t> = </a:t>
            </a:r>
            <a:r>
              <a:rPr lang="en-IN" dirty="0" err="1"/>
              <a:t>sb.toString</a:t>
            </a:r>
            <a:r>
              <a:rPr lang="en-IN" dirty="0"/>
              <a:t>();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str</a:t>
            </a:r>
            <a:r>
              <a:rPr lang="en-IN" dirty="0"/>
              <a:t>); // Output: Hello World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replace() - </a:t>
            </a:r>
            <a:r>
              <a:rPr lang="en-US" b="1" dirty="0"/>
              <a:t>replace()</a:t>
            </a:r>
            <a:r>
              <a:rPr lang="en-US" dirty="0"/>
              <a:t> method is used to replace a portion of the sequence of characters with a specified string. </a:t>
            </a:r>
          </a:p>
          <a:p>
            <a:r>
              <a:rPr lang="en-US" dirty="0"/>
              <a:t>replace(</a:t>
            </a:r>
            <a:r>
              <a:rPr lang="en-US" dirty="0" err="1"/>
              <a:t>int</a:t>
            </a:r>
            <a:r>
              <a:rPr lang="en-US" dirty="0"/>
              <a:t> start, </a:t>
            </a:r>
            <a:r>
              <a:rPr lang="en-US" dirty="0" err="1"/>
              <a:t>int</a:t>
            </a:r>
            <a:r>
              <a:rPr lang="en-US" dirty="0"/>
              <a:t> end, String </a:t>
            </a:r>
            <a:r>
              <a:rPr lang="en-US" dirty="0" err="1"/>
              <a:t>str</a:t>
            </a:r>
            <a:r>
              <a:rPr lang="en-US" dirty="0"/>
              <a:t>)</a:t>
            </a:r>
          </a:p>
          <a:p>
            <a:r>
              <a:rPr lang="en-US" b="1" dirty="0"/>
              <a:t>start</a:t>
            </a:r>
            <a:r>
              <a:rPr lang="en-US" dirty="0"/>
              <a:t>: The starting index (inclusive) of the portion to replace.</a:t>
            </a:r>
          </a:p>
          <a:p>
            <a:r>
              <a:rPr lang="en-US" b="1" dirty="0"/>
              <a:t>end</a:t>
            </a:r>
            <a:r>
              <a:rPr lang="en-US" dirty="0"/>
              <a:t>: The ending index (exclusive) of the portion to replace.</a:t>
            </a:r>
          </a:p>
          <a:p>
            <a:r>
              <a:rPr lang="en-US" b="1" dirty="0" err="1"/>
              <a:t>str</a:t>
            </a:r>
            <a:r>
              <a:rPr lang="en-US" dirty="0"/>
              <a:t>: The string to replace the specified range with.</a:t>
            </a:r>
          </a:p>
          <a:p>
            <a:r>
              <a:rPr lang="en-IN" dirty="0" smtClean="0"/>
              <a:t>Example – 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("Welcome to Programming");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sb.replace</a:t>
            </a:r>
            <a:r>
              <a:rPr lang="en-IN" dirty="0"/>
              <a:t>(11, 14, "Java");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sb</a:t>
            </a:r>
            <a:r>
              <a:rPr lang="en-IN" dirty="0"/>
              <a:t>); // Output: Welcome to </a:t>
            </a:r>
            <a:r>
              <a:rPr lang="en-IN" dirty="0" err="1"/>
              <a:t>Javaing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972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Performance Considerations:</a:t>
            </a:r>
          </a:p>
          <a:p>
            <a:r>
              <a:rPr lang="en-US" b="1" dirty="0"/>
              <a:t>Thread Safety</a:t>
            </a:r>
            <a:r>
              <a:rPr lang="en-US" dirty="0"/>
              <a:t>: </a:t>
            </a:r>
            <a:r>
              <a:rPr lang="en-US" dirty="0" err="1"/>
              <a:t>StringBuilder</a:t>
            </a:r>
            <a:r>
              <a:rPr lang="en-US" dirty="0"/>
              <a:t> is </a:t>
            </a:r>
            <a:r>
              <a:rPr lang="en-US" b="1" dirty="0"/>
              <a:t>not synchronized</a:t>
            </a:r>
            <a:r>
              <a:rPr lang="en-US" dirty="0"/>
              <a:t>, which means it is not thread-safe. However, if you are working in a </a:t>
            </a:r>
            <a:r>
              <a:rPr lang="en-US" b="1" dirty="0"/>
              <a:t>single-threaded</a:t>
            </a:r>
            <a:r>
              <a:rPr lang="en-US" dirty="0"/>
              <a:t> environment, </a:t>
            </a:r>
            <a:r>
              <a:rPr lang="en-US" dirty="0" err="1"/>
              <a:t>StringBuilder</a:t>
            </a:r>
            <a:r>
              <a:rPr lang="en-US" dirty="0"/>
              <a:t> is faster than </a:t>
            </a:r>
            <a:r>
              <a:rPr lang="en-US" dirty="0" err="1"/>
              <a:t>StringBuffer</a:t>
            </a:r>
            <a:r>
              <a:rPr lang="en-US" dirty="0"/>
              <a:t> because it avoids the synchronization overhead.</a:t>
            </a:r>
          </a:p>
          <a:p>
            <a:r>
              <a:rPr lang="en-US" b="1" dirty="0"/>
              <a:t>Efficiency</a:t>
            </a:r>
            <a:r>
              <a:rPr lang="en-US" dirty="0"/>
              <a:t>: </a:t>
            </a:r>
            <a:r>
              <a:rPr lang="en-US" dirty="0" err="1"/>
              <a:t>StringBuilder</a:t>
            </a:r>
            <a:r>
              <a:rPr lang="en-US" dirty="0"/>
              <a:t> is highly efficient when manipulating strings due to its mutability. </a:t>
            </a:r>
            <a:r>
              <a:rPr lang="en-US"/>
              <a:t>It is ideal for operations like appending, inserting, or modifying strings within loops, where performance is crucial.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StringTokenizer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StringTokenizer</a:t>
            </a:r>
            <a:r>
              <a:rPr lang="en-US" dirty="0"/>
              <a:t> is a legacy class in the </a:t>
            </a:r>
            <a:r>
              <a:rPr lang="en-US" dirty="0" err="1"/>
              <a:t>java.util</a:t>
            </a:r>
            <a:r>
              <a:rPr lang="en-US" dirty="0"/>
              <a:t> package that is used to split strings into tokens.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breaks a string into tokens (substrings) based on a specified delimiter</a:t>
            </a:r>
            <a:r>
              <a:rPr lang="en-US" dirty="0" smtClean="0"/>
              <a:t>.</a:t>
            </a:r>
          </a:p>
          <a:p>
            <a:r>
              <a:rPr lang="en-US" dirty="0"/>
              <a:t>Although </a:t>
            </a:r>
            <a:r>
              <a:rPr lang="en-US" dirty="0" err="1"/>
              <a:t>StringTokenizer</a:t>
            </a:r>
            <a:r>
              <a:rPr lang="en-US" dirty="0"/>
              <a:t> is still available for use, the </a:t>
            </a:r>
            <a:r>
              <a:rPr lang="en-US" dirty="0" err="1"/>
              <a:t>String.split</a:t>
            </a:r>
            <a:r>
              <a:rPr lang="en-US" dirty="0"/>
              <a:t>() method and Scanner class are preferred for most modern applications due to their flexibility and ease of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535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b="1" dirty="0"/>
              <a:t>Key Features of </a:t>
            </a:r>
            <a:r>
              <a:rPr lang="en-US" b="1" dirty="0" err="1"/>
              <a:t>StringTokenizer</a:t>
            </a:r>
            <a:endParaRPr lang="en-US" b="1" dirty="0"/>
          </a:p>
          <a:p>
            <a:r>
              <a:rPr lang="en-US" dirty="0"/>
              <a:t>It is part of the </a:t>
            </a:r>
            <a:r>
              <a:rPr lang="en-US" dirty="0" err="1"/>
              <a:t>java.util</a:t>
            </a:r>
            <a:r>
              <a:rPr lang="en-US" dirty="0"/>
              <a:t> package.</a:t>
            </a:r>
          </a:p>
          <a:p>
            <a:r>
              <a:rPr lang="en-US" dirty="0"/>
              <a:t>Breaks a string into smaller parts called tokens.</a:t>
            </a:r>
          </a:p>
          <a:p>
            <a:r>
              <a:rPr lang="en-US" dirty="0"/>
              <a:t>Delimiters can be specified to define where the string should be split.</a:t>
            </a:r>
          </a:p>
          <a:p>
            <a:r>
              <a:rPr lang="en-US" dirty="0"/>
              <a:t>Does not support regular expressions as delimiters (unlike </a:t>
            </a:r>
            <a:r>
              <a:rPr lang="en-US" dirty="0" err="1"/>
              <a:t>String.split</a:t>
            </a:r>
            <a:r>
              <a:rPr lang="en-US" dirty="0"/>
              <a:t>()).</a:t>
            </a:r>
          </a:p>
          <a:p>
            <a:r>
              <a:rPr lang="en-US" dirty="0"/>
              <a:t>The default delimiter is whitespace.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943600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Constructors of </a:t>
            </a:r>
            <a:r>
              <a:rPr lang="en-IN" b="1" dirty="0" err="1" smtClean="0"/>
              <a:t>StringTokenizer</a:t>
            </a:r>
            <a:endParaRPr lang="en-IN" b="1" dirty="0" smtClean="0"/>
          </a:p>
          <a:p>
            <a:r>
              <a:rPr lang="en-IN" b="1" dirty="0"/>
              <a:t>1. </a:t>
            </a:r>
            <a:r>
              <a:rPr lang="en-IN" b="1" dirty="0" err="1"/>
              <a:t>StringTokenizer</a:t>
            </a:r>
            <a:r>
              <a:rPr lang="en-IN" b="1" dirty="0"/>
              <a:t>(String </a:t>
            </a:r>
            <a:r>
              <a:rPr lang="en-IN" b="1" dirty="0" err="1"/>
              <a:t>str</a:t>
            </a:r>
            <a:r>
              <a:rPr lang="en-IN" b="1" dirty="0"/>
              <a:t>)</a:t>
            </a:r>
          </a:p>
          <a:p>
            <a:r>
              <a:rPr lang="en-IN" dirty="0" smtClean="0"/>
              <a:t>Creates </a:t>
            </a:r>
            <a:r>
              <a:rPr lang="en-IN" dirty="0"/>
              <a:t>a </a:t>
            </a:r>
            <a:r>
              <a:rPr lang="en-IN" dirty="0" err="1"/>
              <a:t>StringTokenizer</a:t>
            </a:r>
            <a:r>
              <a:rPr lang="en-IN" dirty="0"/>
              <a:t> object that splits the input string </a:t>
            </a:r>
            <a:r>
              <a:rPr lang="en-IN" dirty="0" err="1"/>
              <a:t>str</a:t>
            </a:r>
            <a:r>
              <a:rPr lang="en-IN" dirty="0"/>
              <a:t> using </a:t>
            </a:r>
            <a:r>
              <a:rPr lang="en-IN" b="1" dirty="0"/>
              <a:t>default delimiters</a:t>
            </a:r>
            <a:r>
              <a:rPr lang="en-IN" dirty="0"/>
              <a:t>. The default delimiters are whitespace characters (space, tab, newline, etc</a:t>
            </a:r>
            <a:r>
              <a:rPr lang="en-IN" dirty="0" smtClean="0"/>
              <a:t>.).</a:t>
            </a:r>
          </a:p>
          <a:p>
            <a:endParaRPr lang="en-IN" dirty="0"/>
          </a:p>
          <a:p>
            <a:r>
              <a:rPr lang="en-IN" dirty="0" smtClean="0"/>
              <a:t>Example - </a:t>
            </a:r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/>
              <a:t>java.util.StringTokenizer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text = "Java is fun to learn";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Create </a:t>
            </a:r>
            <a:r>
              <a:rPr lang="en-IN" dirty="0" err="1"/>
              <a:t>StringTokenizer</a:t>
            </a:r>
            <a:r>
              <a:rPr lang="en-IN" dirty="0"/>
              <a:t> with default delimiter (whitespace)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StringTokenizer</a:t>
            </a:r>
            <a:r>
              <a:rPr lang="en-IN" dirty="0"/>
              <a:t> </a:t>
            </a:r>
            <a:r>
              <a:rPr lang="en-IN" dirty="0" err="1"/>
              <a:t>st</a:t>
            </a:r>
            <a:r>
              <a:rPr lang="en-IN" dirty="0"/>
              <a:t> = new </a:t>
            </a:r>
            <a:r>
              <a:rPr lang="en-IN" dirty="0" err="1"/>
              <a:t>StringTokenizer</a:t>
            </a:r>
            <a:r>
              <a:rPr lang="en-IN" dirty="0"/>
              <a:t>(text);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Print tokens</a:t>
            </a:r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st.hasMoreTokens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st.nextToken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StringTokenizer</a:t>
            </a:r>
            <a:r>
              <a:rPr lang="en-US" b="1" dirty="0"/>
              <a:t>(String </a:t>
            </a:r>
            <a:r>
              <a:rPr lang="en-US" b="1" dirty="0" err="1"/>
              <a:t>str</a:t>
            </a:r>
            <a:r>
              <a:rPr lang="en-US" b="1" dirty="0"/>
              <a:t>, String delimiter)</a:t>
            </a:r>
          </a:p>
          <a:p>
            <a:r>
              <a:rPr lang="en-US" dirty="0" smtClean="0"/>
              <a:t>Creates </a:t>
            </a:r>
            <a:r>
              <a:rPr lang="en-US" dirty="0"/>
              <a:t>a </a:t>
            </a:r>
            <a:r>
              <a:rPr lang="en-US" dirty="0" err="1"/>
              <a:t>StringTokenizer</a:t>
            </a:r>
            <a:r>
              <a:rPr lang="en-US" dirty="0"/>
              <a:t> object that splits the input string </a:t>
            </a:r>
            <a:r>
              <a:rPr lang="en-US" dirty="0" err="1"/>
              <a:t>str</a:t>
            </a:r>
            <a:r>
              <a:rPr lang="en-US" dirty="0"/>
              <a:t> using the </a:t>
            </a:r>
            <a:r>
              <a:rPr lang="en-US" b="1" dirty="0"/>
              <a:t>specified delimiter(s)</a:t>
            </a:r>
            <a:r>
              <a:rPr lang="en-US" dirty="0"/>
              <a:t>. Multiple delimiters can be specified, and each character in the delimiter string is treated as a separate delimiter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 smtClean="0"/>
              <a:t>Example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java.util.StringTokenizer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text = "</a:t>
            </a:r>
            <a:r>
              <a:rPr lang="en-IN" dirty="0" err="1"/>
              <a:t>Java,Python|C</a:t>
            </a:r>
            <a:r>
              <a:rPr lang="en-IN" dirty="0"/>
              <a:t>++:JavaScript";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Create </a:t>
            </a:r>
            <a:r>
              <a:rPr lang="en-IN" dirty="0" err="1"/>
              <a:t>StringTokenizer</a:t>
            </a:r>
            <a:r>
              <a:rPr lang="en-IN" dirty="0"/>
              <a:t> with custom delimiters (comma, pipe, colon)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StringTokenizer</a:t>
            </a:r>
            <a:r>
              <a:rPr lang="en-IN" dirty="0"/>
              <a:t> </a:t>
            </a:r>
            <a:r>
              <a:rPr lang="en-IN" dirty="0" err="1"/>
              <a:t>st</a:t>
            </a:r>
            <a:r>
              <a:rPr lang="en-IN" dirty="0"/>
              <a:t> = new </a:t>
            </a:r>
            <a:r>
              <a:rPr lang="en-IN" dirty="0" err="1"/>
              <a:t>StringTokenizer</a:t>
            </a:r>
            <a:r>
              <a:rPr lang="en-IN" dirty="0"/>
              <a:t>(text, ",|:");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Print tokens</a:t>
            </a:r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st.hasMoreTokens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st.nextToken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StringTokenizer</a:t>
            </a:r>
            <a:r>
              <a:rPr lang="en-US" b="1" dirty="0"/>
              <a:t>(String </a:t>
            </a:r>
            <a:r>
              <a:rPr lang="en-US" b="1" dirty="0" err="1"/>
              <a:t>str</a:t>
            </a:r>
            <a:r>
              <a:rPr lang="en-US" b="1" dirty="0"/>
              <a:t>, String delimiter, </a:t>
            </a:r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returnDelims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Creates </a:t>
            </a:r>
            <a:r>
              <a:rPr lang="en-US" dirty="0"/>
              <a:t>a </a:t>
            </a:r>
            <a:r>
              <a:rPr lang="en-US" dirty="0" err="1"/>
              <a:t>StringTokenizer</a:t>
            </a:r>
            <a:r>
              <a:rPr lang="en-US" dirty="0"/>
              <a:t> object that splits the input string </a:t>
            </a:r>
            <a:r>
              <a:rPr lang="en-US" dirty="0" err="1"/>
              <a:t>str</a:t>
            </a:r>
            <a:r>
              <a:rPr lang="en-US" dirty="0"/>
              <a:t> using the specified delimiter(s).</a:t>
            </a:r>
            <a:br>
              <a:rPr lang="en-US" dirty="0"/>
            </a:br>
            <a:r>
              <a:rPr lang="en-US" dirty="0"/>
              <a:t>If the </a:t>
            </a:r>
            <a:r>
              <a:rPr lang="en-US" dirty="0" err="1"/>
              <a:t>returnDelims</a:t>
            </a:r>
            <a:r>
              <a:rPr lang="en-US" dirty="0"/>
              <a:t> parameter is true, the delimiters themselves are also treated as tokens and returned in the output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Example – 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java.util.StringTokenizer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Main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String text = "</a:t>
            </a:r>
            <a:r>
              <a:rPr lang="en-US" dirty="0" err="1"/>
              <a:t>Java:Python:C</a:t>
            </a:r>
            <a:r>
              <a:rPr lang="en-US" dirty="0"/>
              <a:t>++:JavaScript";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Create </a:t>
            </a:r>
            <a:r>
              <a:rPr lang="en-US" dirty="0" err="1"/>
              <a:t>StringTokenizer</a:t>
            </a:r>
            <a:r>
              <a:rPr lang="en-US" dirty="0"/>
              <a:t> with ":" as delimiter and </a:t>
            </a:r>
            <a:r>
              <a:rPr lang="en-US" dirty="0" err="1"/>
              <a:t>returnDelims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new </a:t>
            </a:r>
            <a:r>
              <a:rPr lang="en-US" dirty="0" err="1"/>
              <a:t>StringTokenizer</a:t>
            </a:r>
            <a:r>
              <a:rPr lang="en-US" dirty="0"/>
              <a:t>(text, ":", true);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Print tokens (including delimiters)</a:t>
            </a:r>
          </a:p>
          <a:p>
            <a:pPr marL="0" indent="0">
              <a:buNone/>
            </a:pPr>
            <a:r>
              <a:rPr lang="en-US" dirty="0"/>
              <a:t>        while (</a:t>
            </a:r>
            <a:r>
              <a:rPr lang="en-US" dirty="0" err="1"/>
              <a:t>st.hasMoreTokens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Important Methods in </a:t>
            </a:r>
            <a:r>
              <a:rPr lang="en-IN" b="1" dirty="0" err="1" smtClean="0"/>
              <a:t>StringTokenizer</a:t>
            </a:r>
            <a:r>
              <a:rPr lang="en-IN" b="1" dirty="0" smtClean="0"/>
              <a:t>- </a:t>
            </a:r>
          </a:p>
          <a:p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hasMoreTokens</a:t>
            </a:r>
            <a:r>
              <a:rPr lang="en-US" b="1" dirty="0" smtClean="0"/>
              <a:t>() -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Checks if there are more tokens left in the </a:t>
            </a:r>
            <a:r>
              <a:rPr lang="en-US" dirty="0" err="1"/>
              <a:t>StringTokenizer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Returns true if there are tokens remaining; otherwise, returns false</a:t>
            </a:r>
            <a:r>
              <a:rPr lang="en-US" dirty="0" smtClean="0"/>
              <a:t>.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java.util.StringTokenizer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text = "Java is fun to learn";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StringTokenizer</a:t>
            </a:r>
            <a:r>
              <a:rPr lang="en-IN" dirty="0"/>
              <a:t> </a:t>
            </a:r>
            <a:r>
              <a:rPr lang="en-IN" dirty="0" err="1"/>
              <a:t>st</a:t>
            </a:r>
            <a:r>
              <a:rPr lang="en-IN" dirty="0"/>
              <a:t> = new </a:t>
            </a:r>
            <a:r>
              <a:rPr lang="en-IN" dirty="0" err="1"/>
              <a:t>StringTokenizer</a:t>
            </a:r>
            <a:r>
              <a:rPr lang="en-IN" dirty="0"/>
              <a:t>(text);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Check if there are more tokens</a:t>
            </a:r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st.hasMoreTokens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st.nextToken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2. String </a:t>
            </a:r>
            <a:r>
              <a:rPr lang="en-US" b="1" dirty="0" err="1"/>
              <a:t>nextToken</a:t>
            </a:r>
            <a:r>
              <a:rPr lang="en-US" b="1" dirty="0"/>
              <a:t>()</a:t>
            </a:r>
          </a:p>
          <a:p>
            <a:r>
              <a:rPr lang="en-US" dirty="0" smtClean="0"/>
              <a:t>Returns </a:t>
            </a:r>
            <a:r>
              <a:rPr lang="en-US" dirty="0"/>
              <a:t>the next token from the </a:t>
            </a:r>
            <a:r>
              <a:rPr lang="en-US" dirty="0" err="1"/>
              <a:t>StringTokenizer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no more tokens are available, it throws a </a:t>
            </a:r>
            <a:r>
              <a:rPr lang="en-US" dirty="0" err="1"/>
              <a:t>NoSuchElementException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java.util.StringTokenizer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Main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String text = "</a:t>
            </a:r>
            <a:r>
              <a:rPr lang="en-US" dirty="0" err="1"/>
              <a:t>Java,Python,C</a:t>
            </a:r>
            <a:r>
              <a:rPr lang="en-US" dirty="0"/>
              <a:t>++";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new </a:t>
            </a:r>
            <a:r>
              <a:rPr lang="en-US" dirty="0" err="1"/>
              <a:t>StringTokenizer</a:t>
            </a:r>
            <a:r>
              <a:rPr lang="en-US" dirty="0"/>
              <a:t>(text, ",");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Retrieve tokens one by one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 // Java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 // Python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 // C++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3. String </a:t>
            </a:r>
            <a:r>
              <a:rPr lang="en-US" b="1" dirty="0" err="1"/>
              <a:t>nextToken</a:t>
            </a:r>
            <a:r>
              <a:rPr lang="en-US" b="1" dirty="0"/>
              <a:t>(String delimiter)</a:t>
            </a:r>
          </a:p>
          <a:p>
            <a:r>
              <a:rPr lang="en-US" dirty="0" smtClean="0"/>
              <a:t>Returns </a:t>
            </a:r>
            <a:r>
              <a:rPr lang="en-US" dirty="0"/>
              <a:t>the next token using a specified delimiter.</a:t>
            </a:r>
            <a:br>
              <a:rPr lang="en-US" dirty="0"/>
            </a:br>
            <a:r>
              <a:rPr lang="en-US" dirty="0"/>
              <a:t>The delimiter can be changed dynamically with this method.</a:t>
            </a:r>
            <a:br>
              <a:rPr lang="en-US" dirty="0"/>
            </a:br>
            <a:r>
              <a:rPr lang="en-US" dirty="0"/>
              <a:t>If no more tokens are available, it throws a </a:t>
            </a:r>
            <a:r>
              <a:rPr lang="en-US" dirty="0" err="1"/>
              <a:t>NoSuchElementException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java.util.StringTokenizer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Main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String text = "</a:t>
            </a:r>
            <a:r>
              <a:rPr lang="en-US" dirty="0" err="1"/>
              <a:t>Java,Python|C</a:t>
            </a:r>
            <a:r>
              <a:rPr lang="en-US" dirty="0"/>
              <a:t>++";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new </a:t>
            </a:r>
            <a:r>
              <a:rPr lang="en-US" dirty="0" err="1"/>
              <a:t>StringTokenizer</a:t>
            </a:r>
            <a:r>
              <a:rPr lang="en-US" dirty="0"/>
              <a:t>(text, ",");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Retrieve tokens with the initial delimiter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 // Java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Change delimiter dynamically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("|")); // Python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("|")); // C++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countTokens</a:t>
            </a:r>
            <a:r>
              <a:rPr lang="en-US" b="1" dirty="0"/>
              <a:t>()</a:t>
            </a:r>
          </a:p>
          <a:p>
            <a:r>
              <a:rPr lang="en-US" dirty="0" smtClean="0"/>
              <a:t>Returns </a:t>
            </a:r>
            <a:r>
              <a:rPr lang="en-US" dirty="0"/>
              <a:t>the number of tokens left in the </a:t>
            </a:r>
            <a:r>
              <a:rPr lang="en-US" dirty="0" err="1"/>
              <a:t>StringTokenizer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count excludes tokens that have already been retrieved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java.util.StringTokenizer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Main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String text = "Java Python C++";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new </a:t>
            </a:r>
            <a:r>
              <a:rPr lang="en-US" dirty="0" err="1"/>
              <a:t>StringTokenizer</a:t>
            </a:r>
            <a:r>
              <a:rPr lang="en-US" dirty="0"/>
              <a:t>(text);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Count tokens before processing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("Total tokens: " + </a:t>
            </a:r>
            <a:r>
              <a:rPr lang="en-US" dirty="0" err="1"/>
              <a:t>st.countTokens</a:t>
            </a:r>
            <a:r>
              <a:rPr lang="en-US" dirty="0"/>
              <a:t>()); //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// Retrieve tokens one by one</a:t>
            </a:r>
          </a:p>
          <a:p>
            <a:pPr marL="0" indent="0">
              <a:buNone/>
            </a:pPr>
            <a:r>
              <a:rPr lang="en-US" dirty="0"/>
              <a:t>        while (</a:t>
            </a:r>
            <a:r>
              <a:rPr lang="en-US" dirty="0" err="1"/>
              <a:t>st.hasMoreTokens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("Tokens left: " + </a:t>
            </a:r>
            <a:r>
              <a:rPr lang="en-US" dirty="0" err="1"/>
              <a:t>st.countTokens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Advantages of </a:t>
            </a:r>
            <a:r>
              <a:rPr lang="en-US" b="1" dirty="0" err="1"/>
              <a:t>StringTokenizer</a:t>
            </a:r>
            <a:endParaRPr lang="en-US" b="1" dirty="0"/>
          </a:p>
          <a:p>
            <a:r>
              <a:rPr lang="en-US" dirty="0"/>
              <a:t>Simple to use for basic tokenization.</a:t>
            </a:r>
          </a:p>
          <a:p>
            <a:r>
              <a:rPr lang="en-US" dirty="0"/>
              <a:t>Lightweight compared to more advanced classes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Disadvantages of </a:t>
            </a:r>
            <a:r>
              <a:rPr lang="en-US" b="1" dirty="0" err="1"/>
              <a:t>StringTokenizer</a:t>
            </a:r>
            <a:endParaRPr lang="en-US" b="1" dirty="0"/>
          </a:p>
          <a:p>
            <a:r>
              <a:rPr lang="en-US" dirty="0"/>
              <a:t>It is a legacy class and has been largely replaced by </a:t>
            </a:r>
            <a:r>
              <a:rPr lang="en-US" dirty="0" err="1"/>
              <a:t>String.split</a:t>
            </a:r>
            <a:r>
              <a:rPr lang="en-US" dirty="0"/>
              <a:t>() and Scanner.</a:t>
            </a:r>
          </a:p>
          <a:p>
            <a:r>
              <a:rPr lang="en-US" dirty="0"/>
              <a:t>Does not support regular expressions for complex tokenization.</a:t>
            </a:r>
          </a:p>
          <a:p>
            <a:r>
              <a:rPr lang="en-US" dirty="0"/>
              <a:t>Less flexible compared to modern alternatives.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Preferred Alternatives</a:t>
            </a:r>
          </a:p>
          <a:p>
            <a:r>
              <a:rPr lang="en-IN" b="1" dirty="0" err="1"/>
              <a:t>String.split</a:t>
            </a:r>
            <a:r>
              <a:rPr lang="en-IN" b="1" dirty="0"/>
              <a:t>()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Supports regular expressions and is more modern.</a:t>
            </a:r>
          </a:p>
          <a:p>
            <a:pPr marL="0" indent="0">
              <a:buNone/>
            </a:pPr>
            <a:r>
              <a:rPr lang="en-IN" dirty="0" smtClean="0"/>
              <a:t>String </a:t>
            </a:r>
            <a:r>
              <a:rPr lang="en-IN" dirty="0"/>
              <a:t>text = "</a:t>
            </a:r>
            <a:r>
              <a:rPr lang="en-IN" dirty="0" err="1"/>
              <a:t>Java,Python,C</a:t>
            </a:r>
            <a:r>
              <a:rPr lang="en-IN" dirty="0"/>
              <a:t>++,JavaScript";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String</a:t>
            </a:r>
            <a:r>
              <a:rPr lang="en-IN" dirty="0"/>
              <a:t>[] tokens = </a:t>
            </a:r>
            <a:r>
              <a:rPr lang="en-IN" dirty="0" err="1"/>
              <a:t>text.split</a:t>
            </a:r>
            <a:r>
              <a:rPr lang="en-IN" dirty="0"/>
              <a:t>(",");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for </a:t>
            </a:r>
            <a:r>
              <a:rPr lang="en-IN" dirty="0"/>
              <a:t>(String token : tokens) {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System.out.println</a:t>
            </a:r>
            <a:r>
              <a:rPr lang="en-IN" dirty="0" smtClean="0"/>
              <a:t>(token</a:t>
            </a:r>
            <a:r>
              <a:rPr lang="en-IN" dirty="0"/>
              <a:t>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 </a:t>
            </a:r>
            <a:endParaRPr lang="en-IN" dirty="0"/>
          </a:p>
          <a:p>
            <a:r>
              <a:rPr lang="en-IN" b="1" dirty="0"/>
              <a:t>Scanner Class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Offers a broader range of parsing options.</a:t>
            </a:r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/>
              <a:t>java.util.Scanner</a:t>
            </a:r>
            <a:r>
              <a:rPr lang="en-IN" dirty="0"/>
              <a:t>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Scanner </a:t>
            </a:r>
            <a:r>
              <a:rPr lang="en-IN" dirty="0" err="1"/>
              <a:t>scanner</a:t>
            </a:r>
            <a:r>
              <a:rPr lang="en-IN" dirty="0"/>
              <a:t> = new Scanner("Java Python C++ JavaScript"); while (</a:t>
            </a:r>
            <a:r>
              <a:rPr lang="en-IN" dirty="0" err="1"/>
              <a:t>scanner.hasNext</a:t>
            </a:r>
            <a:r>
              <a:rPr lang="en-IN" dirty="0"/>
              <a:t>()) {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System.out.println</a:t>
            </a:r>
            <a:r>
              <a:rPr lang="en-IN" dirty="0" smtClean="0"/>
              <a:t>(</a:t>
            </a:r>
            <a:r>
              <a:rPr lang="en-IN" dirty="0" err="1" smtClean="0"/>
              <a:t>scanner.next</a:t>
            </a:r>
            <a:r>
              <a:rPr lang="en-IN" dirty="0"/>
              <a:t>());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/>
              <a:t>scanner.close</a:t>
            </a:r>
            <a:r>
              <a:rPr lang="en-IN" dirty="0" smtClean="0"/>
              <a:t>();</a:t>
            </a:r>
          </a:p>
          <a:p>
            <a:r>
              <a:rPr lang="en-IN" dirty="0" smtClean="0"/>
              <a:t> </a:t>
            </a:r>
            <a:endParaRPr lang="en-IN" dirty="0"/>
          </a:p>
          <a:p>
            <a:r>
              <a:rPr lang="en-IN" b="1" dirty="0"/>
              <a:t>When to Use </a:t>
            </a:r>
            <a:r>
              <a:rPr lang="en-IN" b="1" dirty="0" err="1"/>
              <a:t>StringTokenizer</a:t>
            </a:r>
            <a:endParaRPr lang="en-IN" b="1" dirty="0"/>
          </a:p>
          <a:p>
            <a:r>
              <a:rPr lang="en-IN" dirty="0"/>
              <a:t>Use </a:t>
            </a:r>
            <a:r>
              <a:rPr lang="en-IN" dirty="0" err="1"/>
              <a:t>StringTokenizer</a:t>
            </a:r>
            <a:r>
              <a:rPr lang="en-IN" dirty="0"/>
              <a:t> if you need quick and simple tokenization in older codebases. For new applications, prefer </a:t>
            </a:r>
            <a:r>
              <a:rPr lang="en-IN" dirty="0" err="1"/>
              <a:t>String.split</a:t>
            </a:r>
            <a:r>
              <a:rPr lang="en-IN" dirty="0"/>
              <a:t>() or the Scanner class for better performance and functionality.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 smtClean="0"/>
              <a:t>Practice Questions – </a:t>
            </a:r>
          </a:p>
          <a:p>
            <a:r>
              <a:rPr lang="en-IN" dirty="0" smtClean="0"/>
              <a:t>1 - </a:t>
            </a:r>
            <a:r>
              <a:rPr lang="en-US" dirty="0"/>
              <a:t>Write a program to reverse each word in the sentence "Java is fun" using </a:t>
            </a:r>
            <a:r>
              <a:rPr lang="en-US" dirty="0" err="1"/>
              <a:t>StringTokenizer</a:t>
            </a:r>
            <a:r>
              <a:rPr lang="en-US" dirty="0"/>
              <a:t> and </a:t>
            </a:r>
            <a:r>
              <a:rPr lang="en-US" dirty="0" err="1"/>
              <a:t>StringBuilder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java.util.StringTokenizer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text = "Java is fun";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Tokenize the string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StringTokenizer</a:t>
            </a:r>
            <a:r>
              <a:rPr lang="en-IN" dirty="0"/>
              <a:t> </a:t>
            </a:r>
            <a:r>
              <a:rPr lang="en-IN" dirty="0" err="1"/>
              <a:t>st</a:t>
            </a:r>
            <a:r>
              <a:rPr lang="en-IN" dirty="0"/>
              <a:t> = new </a:t>
            </a:r>
            <a:r>
              <a:rPr lang="en-IN" dirty="0" err="1"/>
              <a:t>StringTokenizer</a:t>
            </a:r>
            <a:r>
              <a:rPr lang="en-IN" dirty="0"/>
              <a:t>(text);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Use </a:t>
            </a:r>
            <a:r>
              <a:rPr lang="en-IN" dirty="0" err="1"/>
              <a:t>StringBuilder</a:t>
            </a:r>
            <a:r>
              <a:rPr lang="en-IN" dirty="0"/>
              <a:t> to reverse each token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StringBuilder</a:t>
            </a:r>
            <a:r>
              <a:rPr lang="en-IN" dirty="0"/>
              <a:t> result = new </a:t>
            </a:r>
            <a:r>
              <a:rPr lang="en-IN" dirty="0" err="1"/>
              <a:t>StringBuilder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st.hasMoreTokens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String word = </a:t>
            </a:r>
            <a:r>
              <a:rPr lang="en-IN" dirty="0" err="1"/>
              <a:t>st.nextToken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StringBuilder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StringBuilder</a:t>
            </a:r>
            <a:r>
              <a:rPr lang="en-IN" dirty="0"/>
              <a:t>(word);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result.append</a:t>
            </a:r>
            <a:r>
              <a:rPr lang="en-IN" dirty="0"/>
              <a:t>(</a:t>
            </a:r>
            <a:r>
              <a:rPr lang="en-IN" dirty="0" err="1"/>
              <a:t>sb.reverse</a:t>
            </a:r>
            <a:r>
              <a:rPr lang="en-IN" dirty="0"/>
              <a:t>()).append(" 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Print the result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("Reversed Words: " + </a:t>
            </a:r>
            <a:r>
              <a:rPr lang="en-IN" dirty="0" err="1"/>
              <a:t>result.toString</a:t>
            </a:r>
            <a:r>
              <a:rPr lang="en-IN" dirty="0"/>
              <a:t>().trim());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IN" dirty="0" smtClean="0"/>
              <a:t>2 - </a:t>
            </a:r>
            <a:r>
              <a:rPr lang="en-US" dirty="0"/>
              <a:t>Write a program to check if the string "madam" is a palindrome using </a:t>
            </a:r>
            <a:r>
              <a:rPr lang="en-US" dirty="0" err="1"/>
              <a:t>StringBuffer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input = "madam";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Create a </a:t>
            </a:r>
            <a:r>
              <a:rPr lang="en-IN" dirty="0" err="1"/>
              <a:t>StringBuffer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(input);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Reverse the string</a:t>
            </a:r>
          </a:p>
          <a:p>
            <a:pPr marL="0" indent="0">
              <a:buNone/>
            </a:pPr>
            <a:r>
              <a:rPr lang="en-IN" dirty="0"/>
              <a:t>        String reversed = </a:t>
            </a:r>
            <a:r>
              <a:rPr lang="en-IN" dirty="0" err="1"/>
              <a:t>sb.reverse</a:t>
            </a:r>
            <a:r>
              <a:rPr lang="en-IN" dirty="0"/>
              <a:t>().</a:t>
            </a:r>
            <a:r>
              <a:rPr lang="en-IN" dirty="0" err="1"/>
              <a:t>toString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Check if the string is a palindrome</a:t>
            </a:r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input.equals</a:t>
            </a:r>
            <a:r>
              <a:rPr lang="en-IN" dirty="0"/>
              <a:t>(reversed))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("The string is a palindrome.");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("The string is not a palindrome.");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55000" lnSpcReduction="20000"/>
          </a:bodyPr>
          <a:lstStyle/>
          <a:p>
            <a:r>
              <a:rPr lang="en-IN" dirty="0" smtClean="0"/>
              <a:t>3 - </a:t>
            </a:r>
            <a:r>
              <a:rPr lang="en-US" dirty="0"/>
              <a:t>Write a program to remove all vowels from the string "Programming is fun" using </a:t>
            </a:r>
            <a:r>
              <a:rPr lang="en-US" dirty="0" err="1"/>
              <a:t>StringBuffer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StringBuffer</a:t>
            </a:r>
            <a:r>
              <a:rPr lang="en-IN" dirty="0"/>
              <a:t> </a:t>
            </a:r>
            <a:r>
              <a:rPr lang="en-IN" dirty="0" err="1"/>
              <a:t>sb</a:t>
            </a:r>
            <a:r>
              <a:rPr lang="en-IN" dirty="0"/>
              <a:t> = new </a:t>
            </a:r>
            <a:r>
              <a:rPr lang="en-IN" dirty="0" err="1"/>
              <a:t>StringBuffer</a:t>
            </a:r>
            <a:r>
              <a:rPr lang="en-IN" dirty="0"/>
              <a:t>("Programming is fun");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Remove vowels</a:t>
            </a:r>
          </a:p>
          <a:p>
            <a:pPr marL="0" indent="0">
              <a:buNone/>
            </a:pPr>
            <a:r>
              <a:rPr lang="en-IN" dirty="0"/>
              <a:t>        for (</a:t>
            </a:r>
            <a:r>
              <a:rPr lang="en-IN" dirty="0" err="1"/>
              <a:t>int</a:t>
            </a:r>
            <a:r>
              <a:rPr lang="en-IN" dirty="0"/>
              <a:t> i = 0; i &lt; </a:t>
            </a:r>
            <a:r>
              <a:rPr lang="en-IN" dirty="0" err="1"/>
              <a:t>sb.length</a:t>
            </a:r>
            <a:r>
              <a:rPr lang="en-IN" dirty="0"/>
              <a:t>(); i++) {</a:t>
            </a:r>
          </a:p>
          <a:p>
            <a:pPr marL="0" indent="0">
              <a:buNone/>
            </a:pPr>
            <a:r>
              <a:rPr lang="en-IN" dirty="0"/>
              <a:t>            char c = </a:t>
            </a:r>
            <a:r>
              <a:rPr lang="en-IN" dirty="0" err="1"/>
              <a:t>sb.charAt</a:t>
            </a:r>
            <a:r>
              <a:rPr lang="en-IN" dirty="0"/>
              <a:t>(i);</a:t>
            </a:r>
          </a:p>
          <a:p>
            <a:pPr marL="0" indent="0">
              <a:buNone/>
            </a:pPr>
            <a:r>
              <a:rPr lang="en-IN" dirty="0"/>
              <a:t>            if ("</a:t>
            </a:r>
            <a:r>
              <a:rPr lang="en-IN" dirty="0" err="1"/>
              <a:t>AEIOUaeiou</a:t>
            </a:r>
            <a:r>
              <a:rPr lang="en-IN" dirty="0"/>
              <a:t>".</a:t>
            </a:r>
            <a:r>
              <a:rPr lang="en-IN" dirty="0" err="1"/>
              <a:t>indexOf</a:t>
            </a:r>
            <a:r>
              <a:rPr lang="en-IN" dirty="0"/>
              <a:t>(c) != -1)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sb.deleteCharAt</a:t>
            </a:r>
            <a:r>
              <a:rPr lang="en-IN" dirty="0"/>
              <a:t>(i);</a:t>
            </a:r>
          </a:p>
          <a:p>
            <a:pPr marL="0" indent="0">
              <a:buNone/>
            </a:pPr>
            <a:r>
              <a:rPr lang="en-IN" dirty="0"/>
              <a:t>                i--; // Adjust index after removal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Print the result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("String without vowels: " + </a:t>
            </a:r>
            <a:r>
              <a:rPr lang="en-IN" dirty="0" err="1"/>
              <a:t>sb.toString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32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2294</Words>
  <Application>Microsoft Office PowerPoint</Application>
  <PresentationFormat>On-screen Show (4:3)</PresentationFormat>
  <Paragraphs>385</Paragraphs>
  <Slides>32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StringBuffer, StringBuilder and StringTokenizer</vt:lpstr>
      <vt:lpstr>StringBuffer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StringBuilder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StringTokenizer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StringBuffer and StringBuilder</dc:title>
  <dc:creator/>
  <cp:lastModifiedBy>Rohit Kamboj</cp:lastModifiedBy>
  <cp:revision>110</cp:revision>
  <dcterms:created xsi:type="dcterms:W3CDTF">2006-08-16T00:00:00Z</dcterms:created>
  <dcterms:modified xsi:type="dcterms:W3CDTF">2024-12-19T08:37:04Z</dcterms:modified>
</cp:coreProperties>
</file>